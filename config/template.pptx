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embeddedFontLst>
    <p:embeddedFont>
      <p:font typeface="Roboto Mono Medium"/>
      <p:regular r:id="rId9"/>
    </p:embeddedFont>
    <p:embeddedFont>
      <p:font typeface="Roboto Mono Medium"/>
      <p:regular r:id="rId10"/>
    </p:embeddedFont>
    <p:embeddedFont>
      <p:font typeface="Roboto Mono Medium"/>
      <p:regular r:id="rId11"/>
    </p:embeddedFont>
    <p:embeddedFont>
      <p:font typeface="Roboto Mono Medium"/>
      <p:regular r:id="rId12"/>
    </p:embeddedFont>
    <p:embeddedFont>
      <p:font typeface="Roboto"/>
      <p:regular r:id="rId13"/>
    </p:embeddedFont>
    <p:embeddedFont>
      <p:font typeface="Roboto"/>
      <p:regular r:id="rId14"/>
    </p:embeddedFont>
    <p:embeddedFont>
      <p:font typeface="Roboto"/>
      <p:regular r:id="rId15"/>
    </p:embeddedFont>
    <p:embeddedFont>
      <p:font typeface="Roboto"/>
      <p:regular r:id="rId1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font" Target="fonts/font5.fntdata"/><Relationship Id="rId14" Type="http://schemas.openxmlformats.org/officeDocument/2006/relationships/font" Target="fonts/font6.fntdata"/><Relationship Id="rId15" Type="http://schemas.openxmlformats.org/officeDocument/2006/relationships/font" Target="fonts/font7.fntdata"/><Relationship Id="rId16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88789"/>
            <a:ext cx="6113711" cy="764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48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{Class Subject}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96119" y="1818829"/>
            <a:ext cx="616691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Clase {Class Number}:{Topic} </a:t>
            </a:r>
            <a:endParaRPr lang="en-US" sz="2750" dirty="0"/>
          </a:p>
        </p:txBody>
      </p:sp>
      <p:sp>
        <p:nvSpPr>
          <p:cNvPr id="4" name="Text 2"/>
          <p:cNvSpPr/>
          <p:nvPr/>
        </p:nvSpPr>
        <p:spPr>
          <a:xfrm>
            <a:off x="496119" y="2687092"/>
            <a:ext cx="3258815" cy="283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Autor: {Author}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3130004"/>
            <a:ext cx="3258815" cy="283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Última Modificación: {Creation Date}</a:t>
            </a:r>
            <a:endParaRPr lang="en-US" sz="13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4303" y="2726978"/>
            <a:ext cx="1728267" cy="142837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26715"/>
            <a:ext cx="148828" cy="209401"/>
          </a:xfrm>
          <a:prstGeom prst="roundRect">
            <a:avLst>
              <a:gd name="adj" fmla="val 3840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496119" y="870793"/>
            <a:ext cx="4279553" cy="534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3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Agenda</a:t>
            </a:r>
            <a:endParaRPr lang="en-US" sz="3350" dirty="0"/>
          </a:p>
        </p:txBody>
      </p:sp>
      <p:sp>
        <p:nvSpPr>
          <p:cNvPr id="4" name="Shape 2"/>
          <p:cNvSpPr/>
          <p:nvPr/>
        </p:nvSpPr>
        <p:spPr>
          <a:xfrm>
            <a:off x="635645" y="1535906"/>
            <a:ext cx="14288" cy="2980804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5" name="Shape 3"/>
          <p:cNvSpPr/>
          <p:nvPr/>
        </p:nvSpPr>
        <p:spPr>
          <a:xfrm>
            <a:off x="760884" y="1668289"/>
            <a:ext cx="372070" cy="14288"/>
          </a:xfrm>
          <a:prstGeom prst="roundRect">
            <a:avLst>
              <a:gd name="adj" fmla="val 39999"/>
            </a:avLst>
          </a:prstGeom>
          <a:solidFill>
            <a:srgbClr val="F33447"/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1535906"/>
            <a:ext cx="279053" cy="279053"/>
          </a:xfrm>
          <a:prstGeom prst="roundRect">
            <a:avLst>
              <a:gd name="adj" fmla="val 2048"/>
            </a:avLst>
          </a:prstGeom>
          <a:solidFill>
            <a:srgbClr val="DA1B2E"/>
          </a:solidFill>
          <a:ln w="4763">
            <a:solidFill>
              <a:srgbClr val="F334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2627" y="1559161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255886" y="1578546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{Section 1}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55886" y="1824484"/>
            <a:ext cx="7391995" cy="168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{Section Description 1}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60884" y="2299171"/>
            <a:ext cx="372070" cy="14288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11" name="Shape 9"/>
          <p:cNvSpPr/>
          <p:nvPr/>
        </p:nvSpPr>
        <p:spPr>
          <a:xfrm>
            <a:off x="496119" y="2166789"/>
            <a:ext cx="279053" cy="279053"/>
          </a:xfrm>
          <a:prstGeom prst="roundRect">
            <a:avLst>
              <a:gd name="adj" fmla="val 2048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2627" y="2190043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2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255886" y="2209428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{Section 2}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55886" y="2455366"/>
            <a:ext cx="7391995" cy="168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{Section Description 2}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0884" y="2930054"/>
            <a:ext cx="372070" cy="14288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16" name="Shape 14"/>
          <p:cNvSpPr/>
          <p:nvPr/>
        </p:nvSpPr>
        <p:spPr>
          <a:xfrm>
            <a:off x="496119" y="2797671"/>
            <a:ext cx="279053" cy="279053"/>
          </a:xfrm>
          <a:prstGeom prst="roundRect">
            <a:avLst>
              <a:gd name="adj" fmla="val 2048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2627" y="2820925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3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255886" y="2840310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{Section 3}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55886" y="3086249"/>
            <a:ext cx="7391995" cy="168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{Section Description 3}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60884" y="3560936"/>
            <a:ext cx="372070" cy="14288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21" name="Shape 19"/>
          <p:cNvSpPr/>
          <p:nvPr/>
        </p:nvSpPr>
        <p:spPr>
          <a:xfrm>
            <a:off x="496119" y="3428554"/>
            <a:ext cx="279053" cy="279053"/>
          </a:xfrm>
          <a:prstGeom prst="roundRect">
            <a:avLst>
              <a:gd name="adj" fmla="val 2048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2627" y="3451808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4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255886" y="3471193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{Section 4}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55886" y="3717131"/>
            <a:ext cx="7391995" cy="168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{Section Description 4}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60884" y="4191819"/>
            <a:ext cx="372070" cy="14288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26" name="Shape 24"/>
          <p:cNvSpPr/>
          <p:nvPr/>
        </p:nvSpPr>
        <p:spPr>
          <a:xfrm>
            <a:off x="496119" y="4059436"/>
            <a:ext cx="279053" cy="279053"/>
          </a:xfrm>
          <a:prstGeom prst="roundRect">
            <a:avLst>
              <a:gd name="adj" fmla="val 2048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2627" y="4082690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5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255886" y="4102075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{Section 5}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55886" y="4348014"/>
            <a:ext cx="7391995" cy="168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{Section Description 5}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2026-05-12T19:03:52Z</dcterms:created>
  <dcterms:modified xsi:type="dcterms:W3CDTF">2026-05-12T19:03:52Z</dcterms:modified>
</cp:coreProperties>
</file>