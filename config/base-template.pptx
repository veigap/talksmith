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Layouts/slideLayout14.xml" ContentType="application/vnd.openxmlformats-officedocument.presentationml.slideLayout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68" r:id="rId14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64"/>
    <p:sldId id="270" r:id="rId65"/>
  </p:sldIdLst>
  <p:notesMasterIdLst>
    <p:notesMasterId r:id="rId55"/>
  </p:notesMasterIdLst>
  <p:sldSz cx="9144000" cy="5143500"/>
  <p:notesSz cx="5143500" cy="9144000"/>
  <p:embeddedFontLst>
    <p:embeddedFont>
      <p:font typeface="Roboto Mono Medium"/>
      <p:regular r:id="rId60"/>
    </p:embeddedFont>
    <p:embeddedFont>
      <p:font typeface="Roboto Mono Bold"/>
      <p:regular r:id="rId61"/>
    </p:embeddedFont>
    <p:embeddedFont>
      <p:font typeface="Roboto"/>
      <p:regular r:id="rId62"/>
    </p:embeddedFont>
    <p:embeddedFont>
      <p:font typeface="Roboto Bold"/>
      <p:regular r:id="rId6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14" Type="http://schemas.openxmlformats.org/officeDocument/2006/relationships/slide" Target="slides/slide13.xml"/><Relationship Id="rId64" Type="http://schemas.openxmlformats.org/officeDocument/2006/relationships/slide" Target="slides/slide14.xml"/><Relationship Id="rId65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mplate Separator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55" Type="http://schemas.openxmlformats.org/officeDocument/2006/relationships/theme" Target="../theme/theme1.xml"/><Relationship Id="rId56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5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pt-tokenizer.dev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0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36823"/>
            <a:ext cx="8151763" cy="1948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{{PRESENTATION_TITLE}}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96119" y="2677269"/>
            <a:ext cx="6216923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{{TALK_SUBTITLE}}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96119" y="3219748"/>
            <a:ext cx="3295799" cy="560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Autor: {{PRESENTER}}</a:t>
            </a:r>
            <a:endParaRPr lang="en-US" sz="11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Última Modificación: {{DATE}}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562" y="3248546"/>
            <a:ext cx="1469008" cy="12140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21494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6457" y="566663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CALLOUT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96119" y="841325"/>
            <a:ext cx="4523705" cy="4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722040" y="1647974"/>
            <a:ext cx="792584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96119" y="1503983"/>
            <a:ext cx="19050" cy="733723"/>
          </a:xfrm>
          <a:prstGeom prst="rect">
            <a:avLst/>
          </a:prstGeom>
          <a:solidFill>
            <a:srgbClr val="DA1B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381696"/>
            <a:ext cx="376535" cy="3765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918222"/>
            <a:ext cx="2371651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96119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6703" y="2381696"/>
            <a:ext cx="376535" cy="3765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66703" y="2918222"/>
            <a:ext cx="2597497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266703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7287" y="2381696"/>
            <a:ext cx="376535" cy="3765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37287" y="2918222"/>
            <a:ext cx="2145804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037287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96119" y="3820046"/>
            <a:ext cx="8151763" cy="801886"/>
          </a:xfrm>
          <a:prstGeom prst="roundRect">
            <a:avLst>
              <a:gd name="adj" fmla="val 713"/>
            </a:avLst>
          </a:prstGeom>
          <a:solidFill>
            <a:srgbClr val="F7B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560" y="4033689"/>
            <a:ext cx="150614" cy="1506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5614" y="3985692"/>
            <a:ext cx="7511653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●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25153"/>
            <a:ext cx="2173635" cy="209401"/>
          </a:xfrm>
          <a:prstGeom prst="roundRect">
            <a:avLst>
              <a:gd name="adj" fmla="val 272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0533" y="662360"/>
            <a:ext cx="2482007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869231"/>
            <a:ext cx="752832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473771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2627" y="1769046"/>
            <a:ext cx="186035" cy="1860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9145" y="1765250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9145" y="2045866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2627" y="2560662"/>
            <a:ext cx="186035" cy="1860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99145" y="255686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99145" y="283748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627" y="3183582"/>
            <a:ext cx="186035" cy="18603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9145" y="317978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99145" y="346040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2627" y="3806503"/>
            <a:ext cx="186035" cy="18603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99145" y="380270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99145" y="4083323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4728046" y="1473771"/>
            <a:ext cx="231762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728046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13759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1" name="Text 15"/>
          <p:cNvSpPr/>
          <p:nvPr/>
        </p:nvSpPr>
        <p:spPr>
          <a:xfrm>
            <a:off x="4909170" y="1903512"/>
            <a:ext cx="1599530" cy="6747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6733729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719441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4" name="Text 18"/>
          <p:cNvSpPr/>
          <p:nvPr/>
        </p:nvSpPr>
        <p:spPr>
          <a:xfrm>
            <a:off x="6914852" y="1903512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728046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713759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7" name="Text 21"/>
          <p:cNvSpPr/>
          <p:nvPr/>
        </p:nvSpPr>
        <p:spPr>
          <a:xfrm>
            <a:off x="4909170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3000"/>
              </a:lnSpc>
              <a:buNone/>
            </a:pPr>
            <a:r>
              <a:rPr lang="en-US" sz="95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733729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719441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30" name="Text 24"/>
          <p:cNvSpPr/>
          <p:nvPr/>
        </p:nvSpPr>
        <p:spPr>
          <a:xfrm>
            <a:off x="6914852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95374"/>
            <a:ext cx="2017142" cy="190649"/>
          </a:xfrm>
          <a:prstGeom prst="roundRect">
            <a:avLst>
              <a:gd name="adj" fmla="val 2998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65175" y="529903"/>
            <a:ext cx="2336229" cy="121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96119" y="715938"/>
            <a:ext cx="3739902" cy="3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13147" y="1188169"/>
            <a:ext cx="4101331" cy="3223692"/>
          </a:xfrm>
          <a:prstGeom prst="roundRect">
            <a:avLst>
              <a:gd name="adj" fmla="val 53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8265" y="1263030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8265" y="1517824"/>
            <a:ext cx="3871094" cy="570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8265" y="2155329"/>
            <a:ext cx="3871094" cy="380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0000"/>
              </a:lnSpc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8265" y="2602781"/>
            <a:ext cx="3871094" cy="4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0"/>
              </a:spcAft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17256" y="1263030"/>
            <a:ext cx="244360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17256" y="1584647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17256" y="1584647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3" name="Text 11"/>
          <p:cNvSpPr/>
          <p:nvPr/>
        </p:nvSpPr>
        <p:spPr>
          <a:xfrm>
            <a:off x="7102450" y="1584573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17256" y="184219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17256" y="2229371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17256" y="2229371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7102450" y="2229296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7256" y="2486918"/>
            <a:ext cx="233183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17256" y="2874094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17256" y="2874094"/>
            <a:ext cx="45913" cy="143917"/>
          </a:xfrm>
          <a:prstGeom prst="roundRect">
            <a:avLst>
              <a:gd name="adj" fmla="val 12447"/>
            </a:avLst>
          </a:prstGeom>
          <a:solidFill>
            <a:srgbClr val="DA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7102450" y="2874020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17256" y="3131641"/>
            <a:ext cx="1813694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11}}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17256" y="3518818"/>
            <a:ext cx="2212553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7256" y="3518818"/>
            <a:ext cx="221233" cy="143917"/>
          </a:xfrm>
          <a:prstGeom prst="roundRect">
            <a:avLst>
              <a:gd name="adj" fmla="val 3971"/>
            </a:avLst>
          </a:prstGeom>
          <a:solidFill>
            <a:srgbClr val="DA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7016130" y="3518743"/>
            <a:ext cx="259110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12}}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7256" y="377636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13}}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17256" y="4040460"/>
            <a:ext cx="3935388" cy="3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6119" y="4496023"/>
            <a:ext cx="8608963" cy="1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6119" y="535335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4" name="Text 1"/>
          <p:cNvSpPr/>
          <p:nvPr/>
        </p:nvSpPr>
        <p:spPr>
          <a:xfrm>
            <a:off x="586457" y="580504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96119" y="855166"/>
            <a:ext cx="4722763" cy="941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pPr algn="l" indent="0" marL="0">
              <a:lnSpc>
                <a:spcPct val="104000"/>
              </a:lnSpc>
              <a:buNone/>
            </a:pPr>
            <a:r>
              <a:rPr lang="en-US" sz="2950" strike="sngStrike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2}}</a:t>
            </a:r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3}}</a:t>
            </a:r>
            <a:endParaRPr lang="en-US" sz="2950" dirty="0"/>
          </a:p>
        </p:txBody>
      </p:sp>
      <p:sp>
        <p:nvSpPr>
          <p:cNvPr id="6" name="Text 3"/>
          <p:cNvSpPr/>
          <p:nvPr/>
        </p:nvSpPr>
        <p:spPr>
          <a:xfrm>
            <a:off x="722040" y="2132484"/>
            <a:ext cx="4496842" cy="11143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3000"/>
              </a:lnSpc>
              <a:buNone/>
            </a:pPr>
            <a:r>
              <a:rPr lang="en-US" sz="1150" i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96119" y="1988493"/>
            <a:ext cx="19050" cy="1402333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8" name="Shape 5"/>
          <p:cNvSpPr/>
          <p:nvPr/>
        </p:nvSpPr>
        <p:spPr>
          <a:xfrm>
            <a:off x="496119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495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■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51495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921496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76873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✚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076873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89198"/>
            <a:ext cx="2483569" cy="248245"/>
          </a:xfrm>
          <a:prstGeom prst="roundRect">
            <a:avLst>
              <a:gd name="adj" fmla="val 23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531688"/>
            <a:ext cx="2770659" cy="163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CARDS + IMAGE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782762"/>
            <a:ext cx="428491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119" y="1509266"/>
            <a:ext cx="258283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1844129"/>
            <a:ext cx="3902943" cy="816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6119" y="2788146"/>
            <a:ext cx="3902943" cy="729928"/>
          </a:xfrm>
          <a:prstGeom prst="roundRect">
            <a:avLst>
              <a:gd name="adj" fmla="val 783"/>
            </a:avLst>
          </a:prstGeom>
          <a:solidFill>
            <a:srgbClr val="F7B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87" y="2988915"/>
            <a:ext cx="141759" cy="1417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56816" y="2936974"/>
            <a:ext cx="3300487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6119" y="3645619"/>
            <a:ext cx="4360143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7}}</a:t>
            </a:r>
            <a:pPr algn="l" indent="0" marL="0">
              <a:lnSpc>
                <a:spcPct val="120000"/>
              </a:lnSpc>
              <a:buNone/>
            </a:pPr>
            <a:r>
              <a:rPr lang="en-US" sz="1100" u="sng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{{Body paragraph 8}}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49701" y="1509266"/>
            <a:ext cx="268910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749701" y="1858268"/>
            <a:ext cx="1894731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10510" y="2019077"/>
            <a:ext cx="157311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910510" y="2353940"/>
            <a:ext cx="1573113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57839" y="1858268"/>
            <a:ext cx="1894805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8647" y="2019077"/>
            <a:ext cx="157318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918647" y="2575396"/>
            <a:ext cx="1573188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49701" y="3461965"/>
            <a:ext cx="3902943" cy="1064716"/>
          </a:xfrm>
          <a:prstGeom prst="roundRect">
            <a:avLst>
              <a:gd name="adj" fmla="val 537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10510" y="362277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910510" y="3957637"/>
            <a:ext cx="3581326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11}}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08558"/>
            <a:ext cx="2794843" cy="289471"/>
          </a:xfrm>
          <a:prstGeom prst="roundRect">
            <a:avLst>
              <a:gd name="adj" fmla="val 1974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91741" y="656332"/>
            <a:ext cx="3060799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6119" y="955402"/>
            <a:ext cx="8151763" cy="996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3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167384"/>
            <a:ext cx="398711" cy="3987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6119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96119" y="3080742"/>
            <a:ext cx="2597646" cy="727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3177" y="2167384"/>
            <a:ext cx="398711" cy="3987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3177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3273177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50235" y="2167384"/>
            <a:ext cx="398711" cy="3987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50235" y="2745507"/>
            <a:ext cx="203381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6050235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515838"/>
            <a:ext cx="1955081" cy="183207"/>
          </a:xfrm>
          <a:prstGeom prst="roundRect">
            <a:avLst>
              <a:gd name="adj" fmla="val 311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47539" y="549250"/>
            <a:ext cx="2278484" cy="116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 (DENSE)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80640" y="727100"/>
            <a:ext cx="5310932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150" dirty="0"/>
          </a:p>
        </p:txBody>
      </p:sp>
      <p:sp>
        <p:nvSpPr>
          <p:cNvPr id="5" name="Shape 3"/>
          <p:cNvSpPr/>
          <p:nvPr/>
        </p:nvSpPr>
        <p:spPr>
          <a:xfrm>
            <a:off x="400273" y="1181174"/>
            <a:ext cx="3693244" cy="3446413"/>
          </a:xfrm>
          <a:prstGeom prst="roundRect">
            <a:avLst>
              <a:gd name="adj" fmla="val 48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11820" y="1251421"/>
            <a:ext cx="18791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11820" y="1495946"/>
            <a:ext cx="3470151" cy="43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8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1820" y="2011412"/>
            <a:ext cx="223168" cy="223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796" y="2049735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796" y="2294260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820" y="2725713"/>
            <a:ext cx="223168" cy="223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2796" y="2764036"/>
            <a:ext cx="217467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796" y="30085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8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820" y="3440013"/>
            <a:ext cx="223168" cy="223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796" y="3478337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822796" y="37228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4290120" y="1251421"/>
            <a:ext cx="25482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290120" y="1504727"/>
            <a:ext cx="4378003" cy="3043833"/>
          </a:xfrm>
          <a:prstGeom prst="roundRect">
            <a:avLst>
              <a:gd name="adj" fmla="val 188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294882" y="1509489"/>
            <a:ext cx="4368478" cy="758577"/>
          </a:xfrm>
          <a:prstGeom prst="roundRect">
            <a:avLst>
              <a:gd name="adj" fmla="val 753"/>
            </a:avLst>
          </a:prstGeom>
          <a:solidFill>
            <a:srgbClr val="F2EEEE"/>
          </a:solidFill>
          <a:ln/>
        </p:spPr>
      </p:sp>
      <p:sp>
        <p:nvSpPr>
          <p:cNvPr id="20" name="Text 15"/>
          <p:cNvSpPr/>
          <p:nvPr/>
        </p:nvSpPr>
        <p:spPr>
          <a:xfrm>
            <a:off x="4406429" y="1621036"/>
            <a:ext cx="14219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406429" y="186556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294882" y="2268066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3" name="Shape 18"/>
          <p:cNvSpPr/>
          <p:nvPr/>
        </p:nvSpPr>
        <p:spPr>
          <a:xfrm>
            <a:off x="4294882" y="2268066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4" name="Text 19"/>
          <p:cNvSpPr/>
          <p:nvPr/>
        </p:nvSpPr>
        <p:spPr>
          <a:xfrm>
            <a:off x="4406429" y="2379613"/>
            <a:ext cx="20910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406429" y="2624138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294882" y="3026643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7" name="Shape 22"/>
          <p:cNvSpPr/>
          <p:nvPr/>
        </p:nvSpPr>
        <p:spPr>
          <a:xfrm>
            <a:off x="4294882" y="3026643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8" name="Text 23"/>
          <p:cNvSpPr/>
          <p:nvPr/>
        </p:nvSpPr>
        <p:spPr>
          <a:xfrm>
            <a:off x="4406429" y="3138190"/>
            <a:ext cx="1923752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4406429" y="3382714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4294882" y="3785220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31" name="Shape 26"/>
          <p:cNvSpPr/>
          <p:nvPr/>
        </p:nvSpPr>
        <p:spPr>
          <a:xfrm>
            <a:off x="4294882" y="3785220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2" name="Text 27"/>
          <p:cNvSpPr/>
          <p:nvPr/>
        </p:nvSpPr>
        <p:spPr>
          <a:xfrm>
            <a:off x="4406429" y="3896767"/>
            <a:ext cx="139481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4406429" y="414129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0840" y="431899"/>
            <a:ext cx="1671414" cy="150986"/>
          </a:xfrm>
          <a:prstGeom prst="roundRect">
            <a:avLst>
              <a:gd name="adj" fmla="val 3785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468064" y="460474"/>
            <a:ext cx="2014165" cy="9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CARD-GRID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410840" y="603424"/>
            <a:ext cx="7038752" cy="298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8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40" y="1036290"/>
            <a:ext cx="190723" cy="1907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0840" y="1291158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0840" y="14914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7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840" y="1711523"/>
            <a:ext cx="190723" cy="19072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0840" y="1966392"/>
            <a:ext cx="2573834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10840" y="21667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7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840" y="2386757"/>
            <a:ext cx="190723" cy="19072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0840" y="2641625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3}}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410840" y="2841947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7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0840" y="3061990"/>
            <a:ext cx="190723" cy="19072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10840" y="3316858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4}}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410840" y="35171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7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0840" y="3737223"/>
            <a:ext cx="190723" cy="19072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10840" y="3992091"/>
            <a:ext cx="1858863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5}}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410840" y="41924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750" dirty="0"/>
          </a:p>
        </p:txBody>
      </p:sp>
      <p:sp>
        <p:nvSpPr>
          <p:cNvPr id="20" name="Shape 13"/>
          <p:cNvSpPr/>
          <p:nvPr/>
        </p:nvSpPr>
        <p:spPr>
          <a:xfrm>
            <a:off x="4196581" y="978545"/>
            <a:ext cx="4609951" cy="3388965"/>
          </a:xfrm>
          <a:prstGeom prst="roundRect">
            <a:avLst>
              <a:gd name="adj" fmla="val 422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4291905" y="1029891"/>
            <a:ext cx="281649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6}}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291905" y="1236613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391992" y="1336700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7}}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391992" y="153702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750" dirty="0"/>
          </a:p>
        </p:txBody>
      </p:sp>
      <p:sp>
        <p:nvSpPr>
          <p:cNvPr id="25" name="Shape 18"/>
          <p:cNvSpPr/>
          <p:nvPr/>
        </p:nvSpPr>
        <p:spPr>
          <a:xfrm>
            <a:off x="4291905" y="1805806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91992" y="1905893"/>
            <a:ext cx="1644402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8}}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391992" y="2106216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750" dirty="0"/>
          </a:p>
        </p:txBody>
      </p:sp>
      <p:sp>
        <p:nvSpPr>
          <p:cNvPr id="28" name="Shape 21"/>
          <p:cNvSpPr/>
          <p:nvPr/>
        </p:nvSpPr>
        <p:spPr>
          <a:xfrm>
            <a:off x="4291905" y="2374999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391992" y="2475086"/>
            <a:ext cx="128691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9}}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4391992" y="2675409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750" dirty="0"/>
          </a:p>
        </p:txBody>
      </p:sp>
      <p:sp>
        <p:nvSpPr>
          <p:cNvPr id="31" name="Shape 24"/>
          <p:cNvSpPr/>
          <p:nvPr/>
        </p:nvSpPr>
        <p:spPr>
          <a:xfrm>
            <a:off x="4291905" y="2944192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391992" y="3044279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10}}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391992" y="324460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9}}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10840" y="4425255"/>
            <a:ext cx="8322320" cy="286345"/>
          </a:xfrm>
          <a:prstGeom prst="roundRect">
            <a:avLst>
              <a:gd name="adj" fmla="val 1996"/>
            </a:avLst>
          </a:prstGeom>
          <a:solidFill>
            <a:srgbClr val="FFB3B4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164" y="4551462"/>
            <a:ext cx="119211" cy="9532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20700" y="4500414"/>
            <a:ext cx="8374335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10}}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48878"/>
            <a:ext cx="2328565" cy="228451"/>
          </a:xfrm>
          <a:prstGeom prst="roundRect">
            <a:avLst>
              <a:gd name="adj" fmla="val 25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5816" y="588690"/>
            <a:ext cx="2626370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8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 (COMPARE)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96119" y="817141"/>
            <a:ext cx="7633618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00496" y="1381944"/>
            <a:ext cx="4105052" cy="3212604"/>
          </a:xfrm>
          <a:prstGeom prst="roundRect">
            <a:avLst>
              <a:gd name="adj" fmla="val 621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33400" y="1481584"/>
            <a:ext cx="255031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3400" y="1788914"/>
            <a:ext cx="3839245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3400" y="2273052"/>
            <a:ext cx="265807" cy="26580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23776" y="231866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776" y="2625998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400" y="3011388"/>
            <a:ext cx="265807" cy="26580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776" y="3057004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23776" y="3364334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400" y="3749725"/>
            <a:ext cx="265807" cy="26580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23776" y="3795340"/>
            <a:ext cx="239218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23776" y="4102671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738836" y="1481584"/>
            <a:ext cx="2450678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738836" y="1788914"/>
            <a:ext cx="3913808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38836" y="2273052"/>
            <a:ext cx="3913808" cy="768697"/>
          </a:xfrm>
          <a:prstGeom prst="roundRect">
            <a:avLst>
              <a:gd name="adj" fmla="val 743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876502" y="241071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6}}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76502" y="2718048"/>
            <a:ext cx="363847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38836" y="3141390"/>
            <a:ext cx="3913808" cy="1341090"/>
          </a:xfrm>
          <a:prstGeom prst="roundRect">
            <a:avLst>
              <a:gd name="adj" fmla="val 426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876502" y="3279056"/>
            <a:ext cx="1893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7}}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876502" y="3586386"/>
            <a:ext cx="36384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11}}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12}}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13}}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14}}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ner"/>
          <p:cNvSpPr/>
          <p:nvPr/>
        </p:nvSpPr>
        <p:spPr>
          <a:xfrm>
            <a:off x="0" y="1700000"/>
            <a:ext cx="9144000" cy="1700000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3" name="TemplateTitle"/>
          <p:cNvSpPr/>
          <p:nvPr/>
        </p:nvSpPr>
        <p:spPr>
          <a:xfrm>
            <a:off x="496119" y="1850000"/>
            <a:ext cx="8151763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</a:rPr>
              <a:t>TEMPLATE  —  LAYOUT EXAMPLES BELOW</a:t>
            </a:r>
          </a:p>
        </p:txBody>
      </p:sp>
      <p:sp>
        <p:nvSpPr>
          <p:cNvPr id="4" name="TemplateSubtitle"/>
          <p:cNvSpPr/>
          <p:nvPr/>
        </p:nvSpPr>
        <p:spPr>
          <a:xfrm>
            <a:off x="496119" y="2400000"/>
            <a:ext cx="8151763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</a:rPr>
              <a:t>The slides that follow demonstrate the recurring layout patterns documented in template-style.md.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" pitchFamily="34" charset="0"/>
              </a:rPr>
              <a:t>Reference only — do not copy their content. Copy their structure.</a:t>
            </a:r>
          </a:p>
        </p:txBody>
      </p:sp>
      <p:sp>
        <p:nvSpPr>
          <p:cNvPr id="5" name="TemplateAbove"/>
          <p:cNvSpPr/>
          <p:nvPr/>
        </p:nvSpPr>
        <p:spPr>
          <a:xfrm>
            <a:off x="496119" y="700000"/>
            <a:ext cx="8151763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↑ ABOVE — emit as-is with {{placeholder}} substitution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</a:rPr>
              <a:t>Slide 1 (Cover)   ·   Slide 2 (Agenda — item 1 active)</a:t>
            </a:r>
          </a:p>
        </p:txBody>
      </p:sp>
      <p:sp>
        <p:nvSpPr>
          <p:cNvPr id="6" name="TemplateBelow"/>
          <p:cNvSpPr/>
          <p:nvPr/>
        </p:nvSpPr>
        <p:spPr>
          <a:xfrm>
            <a:off x="496119" y="3600000"/>
            <a:ext cx="8151763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↓ BELOW — pattern examples (do not copy content)</a:t>
            </a:r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</a:rPr>
              <a:t>9 example slides (image-grid · card-grid · content+image · content+cards+image · code-example) plus a section-divider example (agenda re-emit, item 2 active).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Roboto" pitchFamily="34" charset="0"/>
              </a:rPr>
              <a:t>Each example slide carries a "TEMPLATE — &lt;LAYOUT&gt;" pill in the top-left identifying its pattern.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pill"/>
          <p:cNvSpPr/>
          <p:nvPr/>
        </p:nvSpPr>
        <p:spPr>
          <a:xfrm>
            <a:off x="384048" y="292608"/>
            <a:ext cx="3840480" cy="274320"/>
          </a:xfrm>
          <a:prstGeom prst="roundRect">
            <a:avLst>
              <a:gd name="adj" fmla="val 2100"/>
            </a:avLst>
          </a:prstGeom>
          <a:solidFill>
            <a:srgbClr val="F9D2D6"/>
          </a:solidFill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50" dirty="0">
                <a:solidFill>
                  <a:srgbClr val="1F1E1E"/>
                </a:solidFill>
                <a:latin typeface="Roboto Mono Medium"/>
              </a:rPr>
              <a:t>TEMPLATE — CARD-ROW (LEAD + 3 CARDS)</a:t>
            </a:r>
          </a:p>
        </p:txBody>
      </p:sp>
      <p:sp>
        <p:nvSpPr>
          <p:cNvPr id="3" name="Title"/>
          <p:cNvSpPr/>
          <p:nvPr/>
        </p:nvSpPr>
        <p:spPr>
          <a:xfrm>
            <a:off x="493776" y="777240"/>
            <a:ext cx="8147304" cy="96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2800" dirty="0">
                <a:solidFill>
                  <a:srgbClr val="1F1E1E"/>
                </a:solidFill>
                <a:latin typeface="Roboto Mono Medium"/>
              </a:rPr>
              <a:t>{{Slide title (h2) 14}}</a:t>
            </a:r>
          </a:p>
        </p:txBody>
      </p:sp>
      <p:sp>
        <p:nvSpPr>
          <p:cNvPr id="4" name="Lead paragraph"/>
          <p:cNvSpPr/>
          <p:nvPr/>
        </p:nvSpPr>
        <p:spPr>
          <a:xfrm>
            <a:off x="493776" y="1874520"/>
            <a:ext cx="8147304" cy="777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200" dirty="0">
                <a:solidFill>
                  <a:srgbClr val="3B3535"/>
                </a:solidFill>
                <a:latin typeface="Roboto"/>
              </a:rPr>
              <a:t>{{Lead paragraph 14 — 1–2 sentences framing the parallel concepts that follow as a row of equal-width cards. Source spec: §7.4.}}</a:t>
            </a:r>
          </a:p>
        </p:txBody>
      </p:sp>
      <p:sp>
        <p:nvSpPr>
          <p:cNvPr id="5" name="Card 1 outer"/>
          <p:cNvSpPr/>
          <p:nvPr/>
        </p:nvSpPr>
        <p:spPr>
          <a:xfrm>
            <a:off x="493776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6" name="Card 1 icon chip"/>
          <p:cNvSpPr/>
          <p:nvPr/>
        </p:nvSpPr>
        <p:spPr>
          <a:xfrm>
            <a:off x="676656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7" name="Card 1 icon glyph (stand-in)"/>
          <p:cNvSpPr/>
          <p:nvPr/>
        </p:nvSpPr>
        <p:spPr>
          <a:xfrm>
            <a:off x="772668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8" name="Card 1 heading"/>
          <p:cNvSpPr/>
          <p:nvPr/>
        </p:nvSpPr>
        <p:spPr>
          <a:xfrm>
            <a:off x="676656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1}}</a:t>
            </a:r>
          </a:p>
        </p:txBody>
      </p:sp>
      <p:sp>
        <p:nvSpPr>
          <p:cNvPr id="9" name="Card 1 body"/>
          <p:cNvSpPr/>
          <p:nvPr/>
        </p:nvSpPr>
        <p:spPr>
          <a:xfrm>
            <a:off x="676656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1 — 1–2 short sentences.}}</a:t>
            </a:r>
          </a:p>
        </p:txBody>
      </p:sp>
      <p:sp>
        <p:nvSpPr>
          <p:cNvPr id="10" name="Card 2 outer"/>
          <p:cNvSpPr/>
          <p:nvPr/>
        </p:nvSpPr>
        <p:spPr>
          <a:xfrm>
            <a:off x="3276600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1" name="Card 2 icon chip"/>
          <p:cNvSpPr/>
          <p:nvPr/>
        </p:nvSpPr>
        <p:spPr>
          <a:xfrm>
            <a:off x="3459480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2" name="Card 2 icon glyph (stand-in)"/>
          <p:cNvSpPr/>
          <p:nvPr/>
        </p:nvSpPr>
        <p:spPr>
          <a:xfrm>
            <a:off x="3555492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3" name="Card 2 heading"/>
          <p:cNvSpPr/>
          <p:nvPr/>
        </p:nvSpPr>
        <p:spPr>
          <a:xfrm>
            <a:off x="3459480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2}}</a:t>
            </a:r>
          </a:p>
        </p:txBody>
      </p:sp>
      <p:sp>
        <p:nvSpPr>
          <p:cNvPr id="14" name="Card 2 body"/>
          <p:cNvSpPr/>
          <p:nvPr/>
        </p:nvSpPr>
        <p:spPr>
          <a:xfrm>
            <a:off x="3459480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2 — 1–2 short sentences.}}</a:t>
            </a:r>
          </a:p>
        </p:txBody>
      </p:sp>
      <p:sp>
        <p:nvSpPr>
          <p:cNvPr id="15" name="Card 3 outer"/>
          <p:cNvSpPr/>
          <p:nvPr/>
        </p:nvSpPr>
        <p:spPr>
          <a:xfrm>
            <a:off x="6059424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6" name="Card 3 icon chip"/>
          <p:cNvSpPr/>
          <p:nvPr/>
        </p:nvSpPr>
        <p:spPr>
          <a:xfrm>
            <a:off x="6242304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7" name="Card 3 icon glyph (stand-in)"/>
          <p:cNvSpPr/>
          <p:nvPr/>
        </p:nvSpPr>
        <p:spPr>
          <a:xfrm>
            <a:off x="6338316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8" name="Card 3 heading"/>
          <p:cNvSpPr/>
          <p:nvPr/>
        </p:nvSpPr>
        <p:spPr>
          <a:xfrm>
            <a:off x="6242304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3}}</a:t>
            </a:r>
          </a:p>
        </p:txBody>
      </p:sp>
      <p:sp>
        <p:nvSpPr>
          <p:cNvPr id="19" name="Card 3 body"/>
          <p:cNvSpPr/>
          <p:nvPr/>
        </p:nvSpPr>
        <p:spPr>
          <a:xfrm>
            <a:off x="6242304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3 — 1–2 short sentences.}}</a:t>
            </a:r>
          </a:p>
        </p:txBody>
      </p:sp>
      <p:sp>
        <p:nvSpPr>
          <p:cNvPr id="20" name="Source line"/>
          <p:cNvSpPr/>
          <p:nvPr/>
        </p:nvSpPr>
        <p:spPr>
          <a:xfrm>
            <a:off x="493776" y="4846320"/>
            <a:ext cx="814730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00" i="1" dirty="0">
                <a:solidFill>
                  <a:srgbClr val="6A737D"/>
                </a:solidFill>
                <a:latin typeface="Roboto"/>
              </a:rPr>
              <a:t>{{Fuente: &lt;source title&gt; — optional, omit when content is synthesized}}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pill"/>
          <p:cNvSpPr/>
          <p:nvPr/>
        </p:nvSpPr>
        <p:spPr>
          <a:xfrm>
            <a:off x="384048" y="292608"/>
            <a:ext cx="3840480" cy="274320"/>
          </a:xfrm>
          <a:prstGeom prst="roundRect">
            <a:avLst>
              <a:gd name="adj" fmla="val 2100"/>
            </a:avLst>
          </a:prstGeom>
          <a:solidFill>
            <a:srgbClr val="F9D2D6"/>
          </a:solidFill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50" dirty="0">
                <a:solidFill>
                  <a:srgbClr val="1F1E1E"/>
                </a:solidFill>
                <a:latin typeface="Roboto Mono Medium"/>
              </a:rPr>
              <a:t>TEMPLATE — ICON-BULLET LIST (LEAD + 3 ITEMS)</a:t>
            </a:r>
          </a:p>
        </p:txBody>
      </p:sp>
      <p:sp>
        <p:nvSpPr>
          <p:cNvPr id="3" name="Title"/>
          <p:cNvSpPr/>
          <p:nvPr/>
        </p:nvSpPr>
        <p:spPr>
          <a:xfrm>
            <a:off x="493776" y="777240"/>
            <a:ext cx="8147304" cy="96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2800" dirty="0">
                <a:solidFill>
                  <a:srgbClr val="1F1E1E"/>
                </a:solidFill>
                <a:latin typeface="Roboto Mono Medium"/>
              </a:rPr>
              <a:t>{{Slide title (h2) 15}}</a:t>
            </a:r>
          </a:p>
        </p:txBody>
      </p:sp>
      <p:sp>
        <p:nvSpPr>
          <p:cNvPr id="4" name="Lead paragraph"/>
          <p:cNvSpPr/>
          <p:nvPr/>
        </p:nvSpPr>
        <p:spPr>
          <a:xfrm>
            <a:off x="493776" y="1874520"/>
            <a:ext cx="8147304" cy="777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200" dirty="0">
                <a:solidFill>
                  <a:srgbClr val="3B3535"/>
                </a:solidFill>
                <a:latin typeface="Roboto"/>
              </a:rPr>
              <a:t>{{Lead paragraph 15 — 1–2 sentences (inline **bold** supported) framing the items that follow as a vertical stack with line-art icons. Source spec: §7.5.}}</a:t>
            </a:r>
          </a:p>
        </p:txBody>
      </p:sp>
      <p:sp>
        <p:nvSpPr>
          <p:cNvPr id="5" name="Row 1 icon (stand-in)"/>
          <p:cNvSpPr/>
          <p:nvPr/>
        </p:nvSpPr>
        <p:spPr>
          <a:xfrm>
            <a:off x="493776" y="287121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6" name="Row 1 heading"/>
          <p:cNvSpPr/>
          <p:nvPr/>
        </p:nvSpPr>
        <p:spPr>
          <a:xfrm>
            <a:off x="1060704" y="288036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1}}</a:t>
            </a:r>
          </a:p>
        </p:txBody>
      </p:sp>
      <p:sp>
        <p:nvSpPr>
          <p:cNvPr id="7" name="Row 1 body"/>
          <p:cNvSpPr/>
          <p:nvPr/>
        </p:nvSpPr>
        <p:spPr>
          <a:xfrm>
            <a:off x="1060704" y="320040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1 — 2–3 sentences of prose. Each item gets real horizontal room so the reader can absorb the explanation.}}</a:t>
            </a:r>
          </a:p>
        </p:txBody>
      </p:sp>
      <p:sp>
        <p:nvSpPr>
          <p:cNvPr id="8" name="Row 2 icon (stand-in)"/>
          <p:cNvSpPr/>
          <p:nvPr/>
        </p:nvSpPr>
        <p:spPr>
          <a:xfrm>
            <a:off x="493776" y="354939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9" name="Row 2 heading"/>
          <p:cNvSpPr/>
          <p:nvPr/>
        </p:nvSpPr>
        <p:spPr>
          <a:xfrm>
            <a:off x="1060704" y="355854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2}}</a:t>
            </a:r>
          </a:p>
        </p:txBody>
      </p:sp>
      <p:sp>
        <p:nvSpPr>
          <p:cNvPr id="10" name="Row 2 body"/>
          <p:cNvSpPr/>
          <p:nvPr/>
        </p:nvSpPr>
        <p:spPr>
          <a:xfrm>
            <a:off x="1060704" y="387858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2 — 2–3 sentences of prose. Each item gets real horizontal room so the reader can absorb the explanation.}}</a:t>
            </a:r>
          </a:p>
        </p:txBody>
      </p:sp>
      <p:sp>
        <p:nvSpPr>
          <p:cNvPr id="11" name="Row 3 icon (stand-in)"/>
          <p:cNvSpPr/>
          <p:nvPr/>
        </p:nvSpPr>
        <p:spPr>
          <a:xfrm>
            <a:off x="493776" y="422757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2" name="Row 3 heading"/>
          <p:cNvSpPr/>
          <p:nvPr/>
        </p:nvSpPr>
        <p:spPr>
          <a:xfrm>
            <a:off x="1060704" y="423672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3}}</a:t>
            </a:r>
          </a:p>
        </p:txBody>
      </p:sp>
      <p:sp>
        <p:nvSpPr>
          <p:cNvPr id="13" name="Row 3 body"/>
          <p:cNvSpPr/>
          <p:nvPr/>
        </p:nvSpPr>
        <p:spPr>
          <a:xfrm>
            <a:off x="1060704" y="455676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3 — 2–3 sentences of prose. Each item gets real horizontal room so the reader can absorb the explanation.}}</a:t>
            </a:r>
          </a:p>
        </p:txBody>
      </p:sp>
      <p:sp>
        <p:nvSpPr>
          <p:cNvPr id="14" name="Source line"/>
          <p:cNvSpPr/>
          <p:nvPr/>
        </p:nvSpPr>
        <p:spPr>
          <a:xfrm>
            <a:off x="493776" y="4846320"/>
            <a:ext cx="814730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00" i="1" dirty="0">
                <a:solidFill>
                  <a:srgbClr val="6A737D"/>
                </a:solidFill>
                <a:latin typeface="Roboto"/>
              </a:rPr>
              <a:t>{{Fuente: &lt;source title&gt; — optional}}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2026-05-22T22:59:23Z</dcterms:created>
  <dcterms:modified xsi:type="dcterms:W3CDTF">2026-05-22T22:59:23Z</dcterms:modified>
</cp:coreProperties>
</file>