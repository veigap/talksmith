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Layouts/slideLayout14.xml" ContentType="application/vnd.openxmlformats-officedocument.presentationml.slideLayout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68" r:id="rId14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9" r:id="rId64"/>
    <p:sldId id="270" r:id="rId65"/>
  </p:sldIdLst>
  <p:notesMasterIdLst>
    <p:notesMasterId r:id="rId55"/>
  </p:notesMasterIdLst>
  <p:sldSz cx="9144000" cy="5143500"/>
  <p:notesSz cx="5143500" cy="9144000"/>
  <p:embeddedFontLst>
    <p:embeddedFont>
      <p:font typeface="Roboto Mono Medium"/>
      <p:regular r:id="rId60"/>
    </p:embeddedFont>
    <p:embeddedFont>
      <p:font typeface="Roboto Mono Bold"/>
      <p:regular r:id="rId61"/>
    </p:embeddedFont>
    <p:embeddedFont>
      <p:font typeface="Roboto"/>
      <p:regular r:id="rId62"/>
    </p:embeddedFont>
    <p:embeddedFont>
      <p:font typeface="Roboto Bold"/>
      <p:regular r:id="rId63"/>
    </p:embeddedFont>
  </p:embeddedFon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55" Type="http://schemas.openxmlformats.org/officeDocument/2006/relationships/notesMaster" Target="notesMasters/notesMaster1.xml"/><Relationship Id="rId56" Type="http://schemas.openxmlformats.org/officeDocument/2006/relationships/presProps" Target="presProps.xml"/><Relationship Id="rId57" Type="http://schemas.openxmlformats.org/officeDocument/2006/relationships/viewProps" Target="viewProps.xml"/><Relationship Id="rId58" Type="http://schemas.openxmlformats.org/officeDocument/2006/relationships/theme" Target="theme/theme1.xml"/><Relationship Id="rId59" Type="http://schemas.openxmlformats.org/officeDocument/2006/relationships/tableStyles" Target="tableStyles.xml"/><Relationship Id="rId60" Type="http://schemas.openxmlformats.org/officeDocument/2006/relationships/font" Target="fonts/font1.fntdata"/><Relationship Id="rId61" Type="http://schemas.openxmlformats.org/officeDocument/2006/relationships/font" Target="fonts/font2.fntdata"/><Relationship Id="rId62" Type="http://schemas.openxmlformats.org/officeDocument/2006/relationships/font" Target="fonts/font3.fntdata"/><Relationship Id="rId63" Type="http://schemas.openxmlformats.org/officeDocument/2006/relationships/font" Target="fonts/font4.fntdata"/><Relationship Id="rId14" Type="http://schemas.openxmlformats.org/officeDocument/2006/relationships/slide" Target="slides/slide13.xml"/><Relationship Id="rId64" Type="http://schemas.openxmlformats.org/officeDocument/2006/relationships/slide" Target="slides/slide14.xml"/><Relationship Id="rId65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2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mplate Separator mast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55" Type="http://schemas.openxmlformats.org/officeDocument/2006/relationships/theme" Target="../theme/theme1.xml"/><Relationship Id="rId56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5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pt-tokenizer.dev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8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slideLayout" Target="../slideLayouts/slideLayout9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slideLayout" Target="../slideLayouts/slideLayout10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image" Target="../media/image-10-7.png"/><Relationship Id="rId8" Type="http://schemas.openxmlformats.org/officeDocument/2006/relationships/image" Target="../media/image-10-8.svg"/><Relationship Id="rId9" Type="http://schemas.openxmlformats.org/officeDocument/2006/relationships/image" Target="../media/image-10-9.png"/><Relationship Id="rId10" Type="http://schemas.openxmlformats.org/officeDocument/2006/relationships/image" Target="../media/image-10-10.svg"/><Relationship Id="rId11" Type="http://schemas.openxmlformats.org/officeDocument/2006/relationships/image" Target="../media/image-10-11.png"/><Relationship Id="rId12" Type="http://schemas.openxmlformats.org/officeDocument/2006/relationships/slideLayout" Target="../slideLayouts/slideLayout1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slideLayout" Target="../slideLayouts/slideLayout12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36823"/>
            <a:ext cx="8151763" cy="19484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{{PRESENTATION_TITLE}}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96119" y="2677269"/>
            <a:ext cx="6216923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{{TALK_SUBTITLE}}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496119" y="3219748"/>
            <a:ext cx="3295799" cy="5609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3000"/>
              </a:lnSpc>
              <a:spcAft>
                <a:spcPts val="900"/>
              </a:spcAft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Autor: {{PRESENTER}}</a:t>
            </a:r>
            <a:endParaRPr lang="en-US" sz="1150" dirty="0"/>
          </a:p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Última Modificación: {{DATE}}</a:t>
            </a:r>
            <a:endParaRPr lang="en-US" sz="11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3562" y="3248546"/>
            <a:ext cx="1469008" cy="12140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21494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6457" y="566663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CALLOUT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96119" y="841325"/>
            <a:ext cx="4523705" cy="4706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950" dirty="0"/>
          </a:p>
        </p:txBody>
      </p:sp>
      <p:sp>
        <p:nvSpPr>
          <p:cNvPr id="5" name="Text 3"/>
          <p:cNvSpPr/>
          <p:nvPr/>
        </p:nvSpPr>
        <p:spPr>
          <a:xfrm>
            <a:off x="722040" y="1647974"/>
            <a:ext cx="792584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96119" y="1503983"/>
            <a:ext cx="19050" cy="733723"/>
          </a:xfrm>
          <a:prstGeom prst="rect">
            <a:avLst/>
          </a:prstGeom>
          <a:solidFill>
            <a:srgbClr val="DA1B2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381696"/>
            <a:ext cx="376535" cy="3765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96119" y="2918222"/>
            <a:ext cx="2371651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96119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66703" y="2381696"/>
            <a:ext cx="376535" cy="3765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266703" y="2918222"/>
            <a:ext cx="2597497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266703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37287" y="2381696"/>
            <a:ext cx="376535" cy="37653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37287" y="2918222"/>
            <a:ext cx="2145804" cy="235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037287" y="3230314"/>
            <a:ext cx="2610594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496119" y="3820046"/>
            <a:ext cx="8151763" cy="801886"/>
          </a:xfrm>
          <a:prstGeom prst="roundRect">
            <a:avLst>
              <a:gd name="adj" fmla="val 713"/>
            </a:avLst>
          </a:prstGeom>
          <a:solidFill>
            <a:srgbClr val="F7BBC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560" y="4033689"/>
            <a:ext cx="150614" cy="15061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5614" y="3985692"/>
            <a:ext cx="7511653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●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25153"/>
            <a:ext cx="2173635" cy="209401"/>
          </a:xfrm>
          <a:prstGeom prst="roundRect">
            <a:avLst>
              <a:gd name="adj" fmla="val 272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0533" y="662360"/>
            <a:ext cx="2482007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96119" y="869231"/>
            <a:ext cx="752832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96119" y="1473771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2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2627" y="1769046"/>
            <a:ext cx="186035" cy="1860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99145" y="1765250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99145" y="2045866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2627" y="2560662"/>
            <a:ext cx="186035" cy="18603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99145" y="255686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99145" y="283748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2627" y="3183582"/>
            <a:ext cx="186035" cy="186035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9145" y="3179787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899145" y="3460403"/>
            <a:ext cx="3521571" cy="168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5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42627" y="3806503"/>
            <a:ext cx="186035" cy="186035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99145" y="3802707"/>
            <a:ext cx="195344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899145" y="4083323"/>
            <a:ext cx="3521571" cy="3373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950" dirty="0"/>
          </a:p>
        </p:txBody>
      </p:sp>
      <p:sp>
        <p:nvSpPr>
          <p:cNvPr id="18" name="Text 12"/>
          <p:cNvSpPr/>
          <p:nvPr/>
        </p:nvSpPr>
        <p:spPr>
          <a:xfrm>
            <a:off x="4728046" y="1473771"/>
            <a:ext cx="231762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2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4728046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713759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1" name="Text 15"/>
          <p:cNvSpPr/>
          <p:nvPr/>
        </p:nvSpPr>
        <p:spPr>
          <a:xfrm>
            <a:off x="4909170" y="1903512"/>
            <a:ext cx="1599530" cy="6747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950" dirty="0"/>
          </a:p>
        </p:txBody>
      </p:sp>
      <p:sp>
        <p:nvSpPr>
          <p:cNvPr id="22" name="Shape 16"/>
          <p:cNvSpPr/>
          <p:nvPr/>
        </p:nvSpPr>
        <p:spPr>
          <a:xfrm>
            <a:off x="6733729" y="1765250"/>
            <a:ext cx="1918915" cy="951309"/>
          </a:xfrm>
          <a:prstGeom prst="roundRect">
            <a:avLst>
              <a:gd name="adj" fmla="val 7209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6719441" y="1765250"/>
            <a:ext cx="57150" cy="951309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4" name="Text 18"/>
          <p:cNvSpPr/>
          <p:nvPr/>
        </p:nvSpPr>
        <p:spPr>
          <a:xfrm>
            <a:off x="6914852" y="1903512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4728046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4713759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27" name="Text 21"/>
          <p:cNvSpPr/>
          <p:nvPr/>
        </p:nvSpPr>
        <p:spPr>
          <a:xfrm>
            <a:off x="4909170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3000"/>
              </a:lnSpc>
              <a:buNone/>
            </a:pPr>
            <a:r>
              <a:rPr lang="en-US" sz="95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6733729" y="2803327"/>
            <a:ext cx="1918915" cy="782613"/>
          </a:xfrm>
          <a:prstGeom prst="roundRect">
            <a:avLst>
              <a:gd name="adj" fmla="val 8763"/>
            </a:avLst>
          </a:prstGeom>
          <a:solidFill>
            <a:srgbClr val="FFFFFF">
              <a:alpha val="95000"/>
            </a:srgbClr>
          </a:solidFill>
          <a:ln w="14288">
            <a:solidFill>
              <a:srgbClr val="D8D4D4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719441" y="2803327"/>
            <a:ext cx="57150" cy="782613"/>
          </a:xfrm>
          <a:prstGeom prst="roundRect">
            <a:avLst>
              <a:gd name="adj" fmla="val 10000"/>
            </a:avLst>
          </a:prstGeom>
          <a:solidFill>
            <a:srgbClr val="DA1B2E"/>
          </a:solidFill>
          <a:ln/>
        </p:spPr>
      </p:sp>
      <p:sp>
        <p:nvSpPr>
          <p:cNvPr id="30" name="Text 24"/>
          <p:cNvSpPr/>
          <p:nvPr/>
        </p:nvSpPr>
        <p:spPr>
          <a:xfrm>
            <a:off x="6914852" y="2941588"/>
            <a:ext cx="1599530" cy="5060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3000"/>
              </a:lnSpc>
              <a:buNone/>
            </a:pPr>
            <a:r>
              <a:rPr lang="en-US" sz="9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95374"/>
            <a:ext cx="2017142" cy="190649"/>
          </a:xfrm>
          <a:prstGeom prst="roundRect">
            <a:avLst>
              <a:gd name="adj" fmla="val 2998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65175" y="529903"/>
            <a:ext cx="2336229" cy="1215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96119" y="715938"/>
            <a:ext cx="3739902" cy="3599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2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250" dirty="0"/>
          </a:p>
        </p:txBody>
      </p:sp>
      <p:sp>
        <p:nvSpPr>
          <p:cNvPr id="5" name="Shape 3"/>
          <p:cNvSpPr/>
          <p:nvPr/>
        </p:nvSpPr>
        <p:spPr>
          <a:xfrm>
            <a:off x="413147" y="1188169"/>
            <a:ext cx="4101331" cy="3223692"/>
          </a:xfrm>
          <a:prstGeom prst="roundRect">
            <a:avLst>
              <a:gd name="adj" fmla="val 53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28265" y="1263030"/>
            <a:ext cx="18969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28265" y="1517824"/>
            <a:ext cx="3871094" cy="570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28265" y="2155329"/>
            <a:ext cx="3871094" cy="380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342900" indent="-342900">
              <a:lnSpc>
                <a:spcPct val="110000"/>
              </a:lnSpc>
              <a:buSzPct val="100000"/>
              <a:buChar char="•"/>
            </a:pPr>
            <a:r>
              <a:rPr lang="en-US" sz="9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28265" y="2602781"/>
            <a:ext cx="3871094" cy="447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2000"/>
              </a:spcAft>
              <a:buNone/>
            </a:pP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17256" y="1263030"/>
            <a:ext cx="244360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17256" y="1584647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17256" y="1584647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3" name="Text 11"/>
          <p:cNvSpPr/>
          <p:nvPr/>
        </p:nvSpPr>
        <p:spPr>
          <a:xfrm>
            <a:off x="7102450" y="1584573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17256" y="184219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17256" y="2229371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17256" y="2229371"/>
            <a:ext cx="22920" cy="143917"/>
          </a:xfrm>
          <a:prstGeom prst="roundRect">
            <a:avLst>
              <a:gd name="adj" fmla="val 24935"/>
            </a:avLst>
          </a:prstGeom>
          <a:solidFill>
            <a:srgbClr val="DA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7102450" y="2229296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17256" y="2486918"/>
            <a:ext cx="2331839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17256" y="2874094"/>
            <a:ext cx="2298874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17256" y="2874094"/>
            <a:ext cx="45913" cy="143917"/>
          </a:xfrm>
          <a:prstGeom prst="roundRect">
            <a:avLst>
              <a:gd name="adj" fmla="val 12447"/>
            </a:avLst>
          </a:prstGeom>
          <a:solidFill>
            <a:srgbClr val="DA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7102450" y="2874020"/>
            <a:ext cx="172789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17256" y="3131641"/>
            <a:ext cx="1813694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11}}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717256" y="3518818"/>
            <a:ext cx="2212553" cy="143917"/>
          </a:xfrm>
          <a:prstGeom prst="roundRect">
            <a:avLst>
              <a:gd name="adj" fmla="val 3971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17256" y="3518818"/>
            <a:ext cx="221233" cy="143917"/>
          </a:xfrm>
          <a:prstGeom prst="roundRect">
            <a:avLst>
              <a:gd name="adj" fmla="val 3971"/>
            </a:avLst>
          </a:prstGeom>
          <a:solidFill>
            <a:srgbClr val="DA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7016130" y="3518743"/>
            <a:ext cx="259110" cy="1439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83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12}}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717256" y="3776365"/>
            <a:ext cx="1439763" cy="1799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13}}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17256" y="4040460"/>
            <a:ext cx="3935388" cy="3040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96119" y="4496023"/>
            <a:ext cx="8608963" cy="1520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6119" y="535335"/>
            <a:ext cx="2639913" cy="268635"/>
          </a:xfrm>
          <a:prstGeom prst="roundRect">
            <a:avLst>
              <a:gd name="adj" fmla="val 2127"/>
            </a:avLst>
          </a:prstGeom>
          <a:solidFill>
            <a:srgbClr val="F9D2D6"/>
          </a:solidFill>
          <a:ln/>
        </p:spPr>
      </p:sp>
      <p:sp>
        <p:nvSpPr>
          <p:cNvPr id="4" name="Text 1"/>
          <p:cNvSpPr/>
          <p:nvPr/>
        </p:nvSpPr>
        <p:spPr>
          <a:xfrm>
            <a:off x="586457" y="580504"/>
            <a:ext cx="2916436" cy="1782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96119" y="855166"/>
            <a:ext cx="4722763" cy="941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pPr algn="l" indent="0" marL="0">
              <a:lnSpc>
                <a:spcPct val="104000"/>
              </a:lnSpc>
              <a:buNone/>
            </a:pPr>
            <a:r>
              <a:rPr lang="en-US" sz="2950" strike="sngStrike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2}}</a:t>
            </a:r>
            <a:pPr algn="l" indent="0" marL="0">
              <a:lnSpc>
                <a:spcPct val="104000"/>
              </a:lnSpc>
              <a:buNone/>
            </a:pPr>
            <a:r>
              <a:rPr lang="en-US" sz="29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3}}</a:t>
            </a:r>
            <a:endParaRPr lang="en-US" sz="2950" dirty="0"/>
          </a:p>
        </p:txBody>
      </p:sp>
      <p:sp>
        <p:nvSpPr>
          <p:cNvPr id="6" name="Text 3"/>
          <p:cNvSpPr/>
          <p:nvPr/>
        </p:nvSpPr>
        <p:spPr>
          <a:xfrm>
            <a:off x="722040" y="2132484"/>
            <a:ext cx="4496842" cy="11143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3000"/>
              </a:lnSpc>
              <a:buNone/>
            </a:pPr>
            <a:r>
              <a:rPr lang="en-US" sz="1150" i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96119" y="1988493"/>
            <a:ext cx="19050" cy="1402333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8" name="Shape 5"/>
          <p:cNvSpPr/>
          <p:nvPr/>
        </p:nvSpPr>
        <p:spPr>
          <a:xfrm>
            <a:off x="496119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1495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■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651495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921496" y="3534817"/>
            <a:ext cx="2297385" cy="1073348"/>
          </a:xfrm>
          <a:prstGeom prst="roundRect">
            <a:avLst>
              <a:gd name="adj" fmla="val 532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076873" y="3690193"/>
            <a:ext cx="1882825" cy="240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DA1B2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✚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076873" y="4007048"/>
            <a:ext cx="1986632" cy="44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3000"/>
              </a:lnSpc>
              <a:buNone/>
            </a:pPr>
            <a:r>
              <a:rPr lang="en-US" sz="11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489198"/>
            <a:ext cx="2483569" cy="248245"/>
          </a:xfrm>
          <a:prstGeom prst="roundRect">
            <a:avLst>
              <a:gd name="adj" fmla="val 23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81174" y="531688"/>
            <a:ext cx="2770659" cy="163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CARDS + IMAGE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782762"/>
            <a:ext cx="428491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7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750" dirty="0"/>
          </a:p>
        </p:txBody>
      </p:sp>
      <p:sp>
        <p:nvSpPr>
          <p:cNvPr id="5" name="Text 3"/>
          <p:cNvSpPr/>
          <p:nvPr/>
        </p:nvSpPr>
        <p:spPr>
          <a:xfrm>
            <a:off x="496119" y="1509266"/>
            <a:ext cx="258283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1844129"/>
            <a:ext cx="3902943" cy="8164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96119" y="2788146"/>
            <a:ext cx="3902943" cy="729928"/>
          </a:xfrm>
          <a:prstGeom prst="roundRect">
            <a:avLst>
              <a:gd name="adj" fmla="val 783"/>
            </a:avLst>
          </a:prstGeom>
          <a:solidFill>
            <a:srgbClr val="F7BBC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87" y="2988915"/>
            <a:ext cx="141759" cy="14175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56816" y="2936974"/>
            <a:ext cx="3300487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4}}</a:t>
            </a:r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5}}</a:t>
            </a:r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6}}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96119" y="3645619"/>
            <a:ext cx="4360143" cy="2041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7}}</a:t>
            </a:r>
            <a:pPr algn="l" indent="0" marL="0">
              <a:lnSpc>
                <a:spcPct val="120000"/>
              </a:lnSpc>
              <a:buNone/>
            </a:pPr>
            <a:r>
              <a:rPr lang="en-US" sz="1100" u="sng" dirty="0">
                <a:solidFill>
                  <a:srgbClr val="DA1B2E"/>
                </a:solidFill>
                <a:latin typeface="Roboto" pitchFamily="34" charset="0"/>
                <a:ea typeface="Roboto" pitchFamily="34" charset="-122"/>
                <a:cs typeface="Robot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{{Body paragraph 8}}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49701" y="1509266"/>
            <a:ext cx="2689101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749701" y="1858268"/>
            <a:ext cx="1894731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10510" y="2019077"/>
            <a:ext cx="157311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4910510" y="2353940"/>
            <a:ext cx="1573113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9}}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57839" y="1858268"/>
            <a:ext cx="1894805" cy="1490290"/>
          </a:xfrm>
          <a:prstGeom prst="roundRect">
            <a:avLst>
              <a:gd name="adj" fmla="val 383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8647" y="2019077"/>
            <a:ext cx="157318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6918647" y="2575396"/>
            <a:ext cx="1573188" cy="6123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10}}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749701" y="3461965"/>
            <a:ext cx="3902943" cy="1064716"/>
          </a:xfrm>
          <a:prstGeom prst="roundRect">
            <a:avLst>
              <a:gd name="adj" fmla="val 537"/>
            </a:avLst>
          </a:prstGeom>
          <a:solidFill>
            <a:srgbClr val="FFFFFF">
              <a:alpha val="95000"/>
            </a:srgbClr>
          </a:solidFill>
          <a:ln w="19050">
            <a:solidFill>
              <a:srgbClr val="D8D4D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910510" y="362277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4910510" y="3957637"/>
            <a:ext cx="3581326" cy="408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11}}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608558"/>
            <a:ext cx="2794843" cy="289471"/>
          </a:xfrm>
          <a:prstGeom prst="roundRect">
            <a:avLst>
              <a:gd name="adj" fmla="val 1974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91741" y="656332"/>
            <a:ext cx="3060799" cy="1939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6119" y="955402"/>
            <a:ext cx="8151763" cy="9967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31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31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6119" y="2167384"/>
            <a:ext cx="398711" cy="3987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96119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496119" y="3080742"/>
            <a:ext cx="2597646" cy="727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1}}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273177" y="2167384"/>
            <a:ext cx="398711" cy="3987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273177" y="2745507"/>
            <a:ext cx="1993553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550" dirty="0"/>
          </a:p>
        </p:txBody>
      </p:sp>
      <p:sp>
        <p:nvSpPr>
          <p:cNvPr id="10" name="Text 6"/>
          <p:cNvSpPr/>
          <p:nvPr/>
        </p:nvSpPr>
        <p:spPr>
          <a:xfrm>
            <a:off x="3273177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2}}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50235" y="2167384"/>
            <a:ext cx="398711" cy="39871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050235" y="2745507"/>
            <a:ext cx="2033811" cy="249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5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550" dirty="0"/>
          </a:p>
        </p:txBody>
      </p:sp>
      <p:sp>
        <p:nvSpPr>
          <p:cNvPr id="13" name="Text 8"/>
          <p:cNvSpPr/>
          <p:nvPr/>
        </p:nvSpPr>
        <p:spPr>
          <a:xfrm>
            <a:off x="6050235" y="3080742"/>
            <a:ext cx="2597646" cy="145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27000"/>
              </a:lnSpc>
              <a:buNone/>
            </a:pPr>
            <a:r>
              <a:rPr lang="en-US" sz="12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{{Body paragraph 3}}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515838"/>
            <a:ext cx="1955081" cy="183207"/>
          </a:xfrm>
          <a:prstGeom prst="roundRect">
            <a:avLst>
              <a:gd name="adj" fmla="val 3119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47539" y="549250"/>
            <a:ext cx="2278484" cy="1163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7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CONTENT + IMAGE (DENSE)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80640" y="727100"/>
            <a:ext cx="5310932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150" dirty="0"/>
          </a:p>
        </p:txBody>
      </p:sp>
      <p:sp>
        <p:nvSpPr>
          <p:cNvPr id="5" name="Shape 3"/>
          <p:cNvSpPr/>
          <p:nvPr/>
        </p:nvSpPr>
        <p:spPr>
          <a:xfrm>
            <a:off x="400273" y="1181174"/>
            <a:ext cx="3693244" cy="3446413"/>
          </a:xfrm>
          <a:prstGeom prst="roundRect">
            <a:avLst>
              <a:gd name="adj" fmla="val 486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11820" y="1251421"/>
            <a:ext cx="18791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1}}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11820" y="1495946"/>
            <a:ext cx="3470151" cy="436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8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11820" y="2011412"/>
            <a:ext cx="223168" cy="22316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22796" y="2049735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2}}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22796" y="2294260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8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1820" y="2725713"/>
            <a:ext cx="223168" cy="223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22796" y="2764036"/>
            <a:ext cx="217467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3}}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796" y="30085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85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11820" y="3440013"/>
            <a:ext cx="223168" cy="22316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22796" y="3478337"/>
            <a:ext cx="1756470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4}}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822796" y="3722861"/>
            <a:ext cx="3159175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4290120" y="1251421"/>
            <a:ext cx="25482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5}}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4290120" y="1504727"/>
            <a:ext cx="4378003" cy="3043833"/>
          </a:xfrm>
          <a:prstGeom prst="roundRect">
            <a:avLst>
              <a:gd name="adj" fmla="val 188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294882" y="1509489"/>
            <a:ext cx="4368478" cy="758577"/>
          </a:xfrm>
          <a:prstGeom prst="roundRect">
            <a:avLst>
              <a:gd name="adj" fmla="val 753"/>
            </a:avLst>
          </a:prstGeom>
          <a:solidFill>
            <a:srgbClr val="F2EEEE"/>
          </a:solidFill>
          <a:ln/>
        </p:spPr>
      </p:sp>
      <p:sp>
        <p:nvSpPr>
          <p:cNvPr id="20" name="Text 15"/>
          <p:cNvSpPr/>
          <p:nvPr/>
        </p:nvSpPr>
        <p:spPr>
          <a:xfrm>
            <a:off x="4406429" y="1621036"/>
            <a:ext cx="142190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6}}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4406429" y="186556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294882" y="2268066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3" name="Shape 18"/>
          <p:cNvSpPr/>
          <p:nvPr/>
        </p:nvSpPr>
        <p:spPr>
          <a:xfrm>
            <a:off x="4294882" y="2268066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4" name="Text 19"/>
          <p:cNvSpPr/>
          <p:nvPr/>
        </p:nvSpPr>
        <p:spPr>
          <a:xfrm>
            <a:off x="4406429" y="2379613"/>
            <a:ext cx="209103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7}}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4406429" y="2624138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294882" y="3026643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27" name="Shape 22"/>
          <p:cNvSpPr/>
          <p:nvPr/>
        </p:nvSpPr>
        <p:spPr>
          <a:xfrm>
            <a:off x="4294882" y="3026643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8" name="Text 23"/>
          <p:cNvSpPr/>
          <p:nvPr/>
        </p:nvSpPr>
        <p:spPr>
          <a:xfrm>
            <a:off x="4406429" y="3138190"/>
            <a:ext cx="1923752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8}}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4406429" y="3382714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850" dirty="0"/>
          </a:p>
        </p:txBody>
      </p:sp>
      <p:sp>
        <p:nvSpPr>
          <p:cNvPr id="30" name="Shape 25"/>
          <p:cNvSpPr/>
          <p:nvPr/>
        </p:nvSpPr>
        <p:spPr>
          <a:xfrm>
            <a:off x="4294882" y="3785220"/>
            <a:ext cx="4368478" cy="758577"/>
          </a:xfrm>
          <a:prstGeom prst="rect">
            <a:avLst/>
          </a:prstGeom>
          <a:solidFill>
            <a:srgbClr val="F2EEEE"/>
          </a:solidFill>
          <a:ln/>
        </p:spPr>
      </p:sp>
      <p:sp>
        <p:nvSpPr>
          <p:cNvPr id="31" name="Shape 26"/>
          <p:cNvSpPr/>
          <p:nvPr/>
        </p:nvSpPr>
        <p:spPr>
          <a:xfrm>
            <a:off x="4294882" y="3785220"/>
            <a:ext cx="4368478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2" name="Text 27"/>
          <p:cNvSpPr/>
          <p:nvPr/>
        </p:nvSpPr>
        <p:spPr>
          <a:xfrm>
            <a:off x="4406429" y="3896767"/>
            <a:ext cx="139481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{{Body paragraph 9}}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4406429" y="4141291"/>
            <a:ext cx="4145384" cy="2909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0840" y="431899"/>
            <a:ext cx="1671414" cy="150986"/>
          </a:xfrm>
          <a:prstGeom prst="roundRect">
            <a:avLst>
              <a:gd name="adj" fmla="val 3785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468064" y="460474"/>
            <a:ext cx="2014165" cy="93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6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IMAGE-GRID + CARD-GRID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410840" y="603424"/>
            <a:ext cx="7038752" cy="2981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8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8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10840" y="1036290"/>
            <a:ext cx="190723" cy="190723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10840" y="1291158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1}}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10840" y="14914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1}}</a:t>
            </a:r>
            <a:endParaRPr lang="en-US" sz="7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0840" y="1711523"/>
            <a:ext cx="190723" cy="19072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10840" y="1966392"/>
            <a:ext cx="2573834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2}}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410840" y="21667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2}}</a:t>
            </a:r>
            <a:endParaRPr lang="en-US" sz="7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840" y="2386757"/>
            <a:ext cx="190723" cy="190723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10840" y="2641625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3}}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410840" y="2841947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3}}</a:t>
            </a:r>
            <a:endParaRPr lang="en-US" sz="7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0840" y="3061990"/>
            <a:ext cx="190723" cy="19072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10840" y="3316858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4}}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410840" y="3517181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4}}</a:t>
            </a:r>
            <a:endParaRPr lang="en-US" sz="7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0840" y="3737223"/>
            <a:ext cx="190723" cy="190723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410840" y="3992091"/>
            <a:ext cx="1858863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5}}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410840" y="4192414"/>
            <a:ext cx="3617044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5}}</a:t>
            </a:r>
            <a:endParaRPr lang="en-US" sz="750" dirty="0"/>
          </a:p>
        </p:txBody>
      </p:sp>
      <p:sp>
        <p:nvSpPr>
          <p:cNvPr id="20" name="Shape 13"/>
          <p:cNvSpPr/>
          <p:nvPr/>
        </p:nvSpPr>
        <p:spPr>
          <a:xfrm>
            <a:off x="4196581" y="978545"/>
            <a:ext cx="4609951" cy="3388965"/>
          </a:xfrm>
          <a:prstGeom prst="roundRect">
            <a:avLst>
              <a:gd name="adj" fmla="val 422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21" name="Text 14"/>
          <p:cNvSpPr/>
          <p:nvPr/>
        </p:nvSpPr>
        <p:spPr>
          <a:xfrm>
            <a:off x="4291905" y="1029891"/>
            <a:ext cx="281649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6}}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1905" y="1236613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4391992" y="1336700"/>
            <a:ext cx="1501378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7}}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4391992" y="153702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6}}</a:t>
            </a:r>
            <a:endParaRPr lang="en-US" sz="750" dirty="0"/>
          </a:p>
        </p:txBody>
      </p:sp>
      <p:sp>
        <p:nvSpPr>
          <p:cNvPr id="25" name="Shape 18"/>
          <p:cNvSpPr/>
          <p:nvPr/>
        </p:nvSpPr>
        <p:spPr>
          <a:xfrm>
            <a:off x="4291905" y="1805806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91992" y="1905893"/>
            <a:ext cx="1644402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8}}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391992" y="2106216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7}}</a:t>
            </a:r>
            <a:endParaRPr lang="en-US" sz="750" dirty="0"/>
          </a:p>
        </p:txBody>
      </p:sp>
      <p:sp>
        <p:nvSpPr>
          <p:cNvPr id="28" name="Shape 21"/>
          <p:cNvSpPr/>
          <p:nvPr/>
        </p:nvSpPr>
        <p:spPr>
          <a:xfrm>
            <a:off x="4291905" y="2374999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4391992" y="2475086"/>
            <a:ext cx="128691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9}}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4391992" y="2675409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8}}</a:t>
            </a:r>
            <a:endParaRPr lang="en-US" sz="750" dirty="0"/>
          </a:p>
        </p:txBody>
      </p:sp>
      <p:sp>
        <p:nvSpPr>
          <p:cNvPr id="31" name="Shape 24"/>
          <p:cNvSpPr/>
          <p:nvPr/>
        </p:nvSpPr>
        <p:spPr>
          <a:xfrm>
            <a:off x="4291905" y="2944192"/>
            <a:ext cx="4419302" cy="517847"/>
          </a:xfrm>
          <a:prstGeom prst="roundRect">
            <a:avLst>
              <a:gd name="adj" fmla="val 1104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4391992" y="3044279"/>
            <a:ext cx="1192337" cy="148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body 10}}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4391992" y="3244602"/>
            <a:ext cx="4219129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9}}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410840" y="4425255"/>
            <a:ext cx="8322320" cy="286345"/>
          </a:xfrm>
          <a:prstGeom prst="roundRect">
            <a:avLst>
              <a:gd name="adj" fmla="val 1996"/>
            </a:avLst>
          </a:prstGeom>
          <a:solidFill>
            <a:srgbClr val="FFB3B4"/>
          </a:solidFill>
          <a:ln/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164" y="4551462"/>
            <a:ext cx="119211" cy="95324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720700" y="4500414"/>
            <a:ext cx="8374335" cy="1173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{{Caption / fine print 10}}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48878"/>
            <a:ext cx="2328565" cy="228451"/>
          </a:xfrm>
          <a:prstGeom prst="roundRect">
            <a:avLst>
              <a:gd name="adj" fmla="val 2502"/>
            </a:avLst>
          </a:prstGeom>
          <a:solidFill>
            <a:srgbClr val="F9D2D6"/>
          </a:solidFill>
          <a:ln/>
        </p:spPr>
      </p:sp>
      <p:sp>
        <p:nvSpPr>
          <p:cNvPr id="3" name="Text 1"/>
          <p:cNvSpPr/>
          <p:nvPr/>
        </p:nvSpPr>
        <p:spPr>
          <a:xfrm>
            <a:off x="575816" y="588690"/>
            <a:ext cx="2626370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8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TEMPLATE — CARD-GRID (COMPARE)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96119" y="817141"/>
            <a:ext cx="7633618" cy="415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6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{{Slide title (h2) 1}}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00496" y="1381944"/>
            <a:ext cx="4105052" cy="3212604"/>
          </a:xfrm>
          <a:prstGeom prst="roundRect">
            <a:avLst>
              <a:gd name="adj" fmla="val 621"/>
            </a:avLst>
          </a:prstGeom>
          <a:solidFill>
            <a:srgbClr val="DA1B2E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533400" y="1481584"/>
            <a:ext cx="255031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1}}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3400" y="1788914"/>
            <a:ext cx="3839245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2}}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3}}</a:t>
            </a:r>
            <a:endParaRPr lang="en-US" sz="10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33400" y="2273052"/>
            <a:ext cx="265807" cy="2658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23776" y="231866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2}}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923776" y="2625998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4}}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3400" y="3011388"/>
            <a:ext cx="265807" cy="26580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23776" y="3057004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3}}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923776" y="3364334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5}}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400" y="3749725"/>
            <a:ext cx="265807" cy="26580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23776" y="3795340"/>
            <a:ext cx="2392189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4}}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23776" y="4102671"/>
            <a:ext cx="3448869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6}}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4738836" y="1481584"/>
            <a:ext cx="2450678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5}}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738836" y="1788914"/>
            <a:ext cx="3913808" cy="372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7}}</a:t>
            </a:r>
            <a:pPr algn="l" indent="0" marL="0">
              <a:lnSpc>
                <a:spcPct val="117000"/>
              </a:lnSpc>
              <a:buNone/>
            </a:pPr>
            <a:r>
              <a:rPr lang="en-US" sz="1000" b="1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8}}</a:t>
            </a:r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9}}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38836" y="2273052"/>
            <a:ext cx="3913808" cy="768697"/>
          </a:xfrm>
          <a:prstGeom prst="roundRect">
            <a:avLst>
              <a:gd name="adj" fmla="val 743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876502" y="2410718"/>
            <a:ext cx="1661294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6}}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4876502" y="2718048"/>
            <a:ext cx="3638476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10}}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4738836" y="3141390"/>
            <a:ext cx="3913808" cy="1341090"/>
          </a:xfrm>
          <a:prstGeom prst="roundRect">
            <a:avLst>
              <a:gd name="adj" fmla="val 426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4876502" y="3279056"/>
            <a:ext cx="1893763" cy="2076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{{Card heading 7}}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4876502" y="3586386"/>
            <a:ext cx="3638476" cy="758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{{Card body 11}}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12}}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13}}</a:t>
            </a:r>
            <a:endParaRPr lang="en-US" sz="1000" dirty="0"/>
          </a:p>
          <a:p>
            <a:pPr algn="l" indent="0" marL="0">
              <a:lnSpc>
                <a:spcPct val="117000"/>
              </a:lnSpc>
              <a:buNone/>
            </a:pPr>
            <a:r>
              <a:rPr lang="en-US" sz="1000" dirty="0">
                <a:solidFill>
                  <a:srgbClr val="3B3535"/>
                </a:solidFill>
                <a:highlight>
                  <a:srgbClr val="F2F2F2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{{Card body 14}}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640" y="504974"/>
            <a:ext cx="3246834" cy="3487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150" dirty="0">
                <a:solidFill>
                  <a:srgbClr val="1F1E1E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Agenda</a:t>
            </a:r>
            <a:endParaRPr lang="en-US" sz="2150" dirty="0"/>
          </a:p>
        </p:txBody>
      </p:sp>
      <p:sp>
        <p:nvSpPr>
          <p:cNvPr id="3" name="Shape 1"/>
          <p:cNvSpPr/>
          <p:nvPr/>
        </p:nvSpPr>
        <p:spPr>
          <a:xfrm>
            <a:off x="606103" y="994172"/>
            <a:ext cx="14288" cy="3644354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4" name="Shape 2"/>
          <p:cNvSpPr/>
          <p:nvPr/>
        </p:nvSpPr>
        <p:spPr>
          <a:xfrm>
            <a:off x="717314" y="1112490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5" name="Shape 3"/>
          <p:cNvSpPr/>
          <p:nvPr/>
        </p:nvSpPr>
        <p:spPr>
          <a:xfrm>
            <a:off x="480603" y="99417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22387" y="101504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64059" y="1032495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{{SECTION_1_TITLE}}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164059" y="1248891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{{SECTION_1_SUBTITLE}}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7314" y="165318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F33447"/>
          </a:solidFill>
          <a:ln/>
        </p:spPr>
      </p:sp>
      <p:sp>
        <p:nvSpPr>
          <p:cNvPr id="10" name="Shape 8"/>
          <p:cNvSpPr/>
          <p:nvPr/>
        </p:nvSpPr>
        <p:spPr>
          <a:xfrm>
            <a:off x="480603" y="1534864"/>
            <a:ext cx="250999" cy="250999"/>
          </a:xfrm>
          <a:prstGeom prst="roundRect">
            <a:avLst>
              <a:gd name="adj" fmla="val 2277"/>
            </a:avLst>
          </a:prstGeom>
          <a:solidFill>
            <a:srgbClr val="DA1B2E"/>
          </a:solidFill>
          <a:ln w="4763">
            <a:solidFill>
              <a:srgbClr val="F3344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22387" y="155573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64059" y="1573188"/>
            <a:ext cx="2843808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{{SECTION_2_TITLE}}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64059" y="178958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{{SECTION_2_SUBTITLE}}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7314" y="2193875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603" y="207555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2387" y="209643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64059" y="2113880"/>
            <a:ext cx="1589187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{{SECTION_3_TITLE}}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164059" y="2330276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{{SECTION_3_SUBTITLE}}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7314" y="2734568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603" y="2616250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2387" y="2637123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64059" y="2654573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{{SECTION_4_TITLE}}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64059" y="2870969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{{SECTION_4_SUBTITLE}}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17314" y="3275261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25" name="Shape 23"/>
          <p:cNvSpPr/>
          <p:nvPr/>
        </p:nvSpPr>
        <p:spPr>
          <a:xfrm>
            <a:off x="480603" y="3156942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2387" y="3177815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164059" y="3195265"/>
            <a:ext cx="2425601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{{SECTION_5_TITLE}}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64059" y="3411662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{{SECTION_5_SUBTITLE}}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717314" y="3815953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0" name="Shape 28"/>
          <p:cNvSpPr/>
          <p:nvPr/>
        </p:nvSpPr>
        <p:spPr>
          <a:xfrm>
            <a:off x="480603" y="3697635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22387" y="3718508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64059" y="3735958"/>
            <a:ext cx="2592884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{{SECTION_6_TITLE}}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164059" y="3952354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{{SECTION_6_SUBTITLE}}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17314" y="4356646"/>
            <a:ext cx="334714" cy="14288"/>
          </a:xfrm>
          <a:prstGeom prst="roundRect">
            <a:avLst>
              <a:gd name="adj" fmla="val 39999"/>
            </a:avLst>
          </a:prstGeom>
          <a:solidFill>
            <a:srgbClr val="D8D4D4"/>
          </a:solidFill>
          <a:ln/>
        </p:spPr>
      </p:sp>
      <p:sp>
        <p:nvSpPr>
          <p:cNvPr id="35" name="Shape 33"/>
          <p:cNvSpPr/>
          <p:nvPr/>
        </p:nvSpPr>
        <p:spPr>
          <a:xfrm>
            <a:off x="480603" y="4238327"/>
            <a:ext cx="250999" cy="250999"/>
          </a:xfrm>
          <a:prstGeom prst="roundRect">
            <a:avLst>
              <a:gd name="adj" fmla="val 2277"/>
            </a:avLst>
          </a:prstGeom>
          <a:solidFill>
            <a:srgbClr val="F2EEEE"/>
          </a:solidFill>
          <a:ln w="4763">
            <a:solidFill>
              <a:srgbClr val="D8D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2387" y="4259200"/>
            <a:ext cx="167357" cy="2091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64059" y="4276651"/>
            <a:ext cx="1505545" cy="174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3B3535"/>
                </a:solidFill>
                <a:latin typeface="Roboto Mono Medium" pitchFamily="34" charset="0"/>
                <a:ea typeface="Roboto Mono Medium" pitchFamily="34" charset="-122"/>
                <a:cs typeface="Roboto Mono Medium" pitchFamily="34" charset="-120"/>
              </a:rPr>
              <a:t>{{SECTION_7_TITLE}}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164059" y="4493047"/>
            <a:ext cx="7499300" cy="1454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9000"/>
              </a:lnSpc>
              <a:buNone/>
            </a:pPr>
            <a:r>
              <a:rPr lang="en-US" sz="850" dirty="0">
                <a:solidFill>
                  <a:srgbClr val="3B353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{{SECTION_7_SUBTITLE}}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parat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ner"/>
          <p:cNvSpPr/>
          <p:nvPr/>
        </p:nvSpPr>
        <p:spPr>
          <a:xfrm>
            <a:off x="0" y="1700000"/>
            <a:ext cx="9144000" cy="1700000"/>
          </a:xfrm>
          <a:prstGeom prst="rect">
            <a:avLst/>
          </a:prstGeom>
          <a:solidFill>
            <a:srgbClr val="DA1B2E"/>
          </a:solidFill>
          <a:ln/>
        </p:spPr>
      </p:sp>
      <p:sp>
        <p:nvSpPr>
          <p:cNvPr id="3" name="TemplateTitle"/>
          <p:cNvSpPr/>
          <p:nvPr/>
        </p:nvSpPr>
        <p:spPr>
          <a:xfrm>
            <a:off x="496119" y="1850000"/>
            <a:ext cx="8151763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Roboto Mono Medium" pitchFamily="34" charset="0"/>
              </a:rPr>
              <a:t>TEMPLATE  —  LAYOUT EXAMPLES BELOW</a:t>
            </a:r>
          </a:p>
        </p:txBody>
      </p:sp>
      <p:sp>
        <p:nvSpPr>
          <p:cNvPr id="4" name="TemplateSubtitle"/>
          <p:cNvSpPr/>
          <p:nvPr/>
        </p:nvSpPr>
        <p:spPr>
          <a:xfrm>
            <a:off x="496119" y="2400000"/>
            <a:ext cx="8151763" cy="8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Roboto" pitchFamily="34" charset="0"/>
              </a:rPr>
              <a:t>The slides that follow demonstrate the recurring layout patterns documented in template-style.md.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Roboto" pitchFamily="34" charset="0"/>
              </a:rPr>
              <a:t>Reference only — do not copy their content. Copy their structure.</a:t>
            </a:r>
          </a:p>
        </p:txBody>
      </p:sp>
      <p:sp>
        <p:nvSpPr>
          <p:cNvPr id="5" name="TemplateAbove"/>
          <p:cNvSpPr/>
          <p:nvPr/>
        </p:nvSpPr>
        <p:spPr>
          <a:xfrm>
            <a:off x="496119" y="700000"/>
            <a:ext cx="8151763" cy="8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↑ ABOVE — emit as-is with {{placeholder}} substitution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1000" dirty="0">
                <a:solidFill>
                  <a:srgbClr val="3B3535"/>
                </a:solidFill>
                <a:latin typeface="Roboto" pitchFamily="34" charset="0"/>
              </a:rPr>
              <a:t>Slide 1 (Cover)   ·   Slide 2 (Agenda — item 1 active)</a:t>
            </a:r>
          </a:p>
        </p:txBody>
      </p:sp>
      <p:sp>
        <p:nvSpPr>
          <p:cNvPr id="6" name="TemplateBelow"/>
          <p:cNvSpPr/>
          <p:nvPr/>
        </p:nvSpPr>
        <p:spPr>
          <a:xfrm>
            <a:off x="496119" y="3600000"/>
            <a:ext cx="8151763" cy="13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3000"/>
              </a:lnSpc>
              <a:buNone/>
            </a:pPr>
            <a:r>
              <a:rPr lang="en-US" sz="1300" dirty="0">
                <a:solidFill>
                  <a:srgbClr val="3B3535"/>
                </a:solidFill>
                <a:latin typeface="Roboto Mono Medium" pitchFamily="34" charset="0"/>
              </a:rPr>
              <a:t>↓ BELOW — pattern examples (do not copy content)</a:t>
            </a:r>
          </a:p>
          <a:p>
            <a:pPr algn="ctr" indent="0" marL="0">
              <a:lnSpc>
                <a:spcPct val="135000"/>
              </a:lnSpc>
              <a:buNone/>
            </a:pPr>
            <a:r>
              <a:rPr lang="en-US" sz="900" dirty="0">
                <a:solidFill>
                  <a:srgbClr val="3B3535"/>
                </a:solidFill>
                <a:latin typeface="Roboto" pitchFamily="34" charset="0"/>
              </a:rPr>
              <a:t>9 example slides (image-grid · card-grid · content+image · content+cards+image · code-example) plus a section-divider example (agenda re-emit, item 2 active).</a:t>
            </a:r>
          </a:p>
          <a:p>
            <a:pPr algn="ctr" indent="0" marL="0">
              <a:lnSpc>
                <a:spcPct val="123000"/>
              </a:lnSpc>
              <a:buNone/>
            </a:pPr>
            <a:r>
              <a:rPr lang="en-US" sz="850" dirty="0">
                <a:solidFill>
                  <a:srgbClr val="6A737D"/>
                </a:solidFill>
                <a:latin typeface="Roboto" pitchFamily="34" charset="0"/>
              </a:rPr>
              <a:t>Each example slide carries a "TEMPLATE — &lt;LAYOUT&gt;" pill in the top-left identifying its pattern.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CARD-ROW (LEAD + 3 CARDS)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14}}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14 — 1–2 sentences framing the parallel concepts that follow as a row of equal-width cards. Source spec: §7.4.}}</a:t>
            </a:r>
          </a:p>
        </p:txBody>
      </p:sp>
      <p:sp>
        <p:nvSpPr>
          <p:cNvPr id="5" name="Card 1 outer"/>
          <p:cNvSpPr/>
          <p:nvPr/>
        </p:nvSpPr>
        <p:spPr>
          <a:xfrm>
            <a:off x="493776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6" name="Card 1 icon chip"/>
          <p:cNvSpPr/>
          <p:nvPr/>
        </p:nvSpPr>
        <p:spPr>
          <a:xfrm>
            <a:off x="676656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7" name="Card 1 icon glyph (stand-in)"/>
          <p:cNvSpPr/>
          <p:nvPr/>
        </p:nvSpPr>
        <p:spPr>
          <a:xfrm>
            <a:off x="772668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8" name="Card 1 heading"/>
          <p:cNvSpPr/>
          <p:nvPr/>
        </p:nvSpPr>
        <p:spPr>
          <a:xfrm>
            <a:off x="676656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1}}</a:t>
            </a:r>
          </a:p>
        </p:txBody>
      </p:sp>
      <p:sp>
        <p:nvSpPr>
          <p:cNvPr id="9" name="Card 1 body"/>
          <p:cNvSpPr/>
          <p:nvPr/>
        </p:nvSpPr>
        <p:spPr>
          <a:xfrm>
            <a:off x="676656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1 — 1–2 short sentences.}}</a:t>
            </a:r>
          </a:p>
        </p:txBody>
      </p:sp>
      <p:sp>
        <p:nvSpPr>
          <p:cNvPr id="10" name="Card 2 outer"/>
          <p:cNvSpPr/>
          <p:nvPr/>
        </p:nvSpPr>
        <p:spPr>
          <a:xfrm>
            <a:off x="3276600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1" name="Card 2 icon chip"/>
          <p:cNvSpPr/>
          <p:nvPr/>
        </p:nvSpPr>
        <p:spPr>
          <a:xfrm>
            <a:off x="3459480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2" name="Card 2 icon glyph (stand-in)"/>
          <p:cNvSpPr/>
          <p:nvPr/>
        </p:nvSpPr>
        <p:spPr>
          <a:xfrm>
            <a:off x="3555492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3" name="Card 2 heading"/>
          <p:cNvSpPr/>
          <p:nvPr/>
        </p:nvSpPr>
        <p:spPr>
          <a:xfrm>
            <a:off x="3459480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2}}</a:t>
            </a:r>
          </a:p>
        </p:txBody>
      </p:sp>
      <p:sp>
        <p:nvSpPr>
          <p:cNvPr id="14" name="Card 2 body"/>
          <p:cNvSpPr/>
          <p:nvPr/>
        </p:nvSpPr>
        <p:spPr>
          <a:xfrm>
            <a:off x="3459480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2 — 1–2 short sentences.}}</a:t>
            </a:r>
          </a:p>
        </p:txBody>
      </p:sp>
      <p:sp>
        <p:nvSpPr>
          <p:cNvPr id="15" name="Card 3 outer"/>
          <p:cNvSpPr/>
          <p:nvPr/>
        </p:nvSpPr>
        <p:spPr>
          <a:xfrm>
            <a:off x="6059424" y="2926080"/>
            <a:ext cx="2581656" cy="1691640"/>
          </a:xfrm>
          <a:prstGeom prst="roundRect">
            <a:avLst>
              <a:gd name="adj" fmla="val 340"/>
            </a:avLst>
          </a:prstGeom>
          <a:solidFill>
            <a:srgbClr val="F2EEE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6" name="Card 3 icon chip"/>
          <p:cNvSpPr/>
          <p:nvPr/>
        </p:nvSpPr>
        <p:spPr>
          <a:xfrm>
            <a:off x="6242304" y="3108960"/>
            <a:ext cx="384048" cy="384048"/>
          </a:xfrm>
          <a:prstGeom prst="ellipse">
            <a:avLst/>
          </a:prstGeom>
          <a:solidFill>
            <a:srgbClr val="DA1B2E"/>
          </a:solidFill>
          <a:ln>
            <a:noFill/>
          </a:ln>
        </p:spPr>
        <p:txBody>
          <a:bodyPr lIns="0" tIns="0" rIns="0" bIns="0" wrap="square"/>
          <a:lstStyle/>
          <a:p/>
        </p:txBody>
      </p:sp>
      <p:sp>
        <p:nvSpPr>
          <p:cNvPr id="17" name="Card 3 icon glyph (stand-in)"/>
          <p:cNvSpPr/>
          <p:nvPr/>
        </p:nvSpPr>
        <p:spPr>
          <a:xfrm>
            <a:off x="6338316" y="3204972"/>
            <a:ext cx="192024" cy="192024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8" name="Card 3 heading"/>
          <p:cNvSpPr/>
          <p:nvPr/>
        </p:nvSpPr>
        <p:spPr>
          <a:xfrm>
            <a:off x="6242304" y="3657600"/>
            <a:ext cx="2215896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{{Card heading 3}}</a:t>
            </a:r>
          </a:p>
        </p:txBody>
      </p:sp>
      <p:sp>
        <p:nvSpPr>
          <p:cNvPr id="19" name="Card 3 body"/>
          <p:cNvSpPr/>
          <p:nvPr/>
        </p:nvSpPr>
        <p:spPr>
          <a:xfrm>
            <a:off x="6242304" y="3977640"/>
            <a:ext cx="2215896" cy="5486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{{Card body 3 — 1–2 short sentences.}}</a:t>
            </a:r>
          </a:p>
        </p:txBody>
      </p:sp>
      <p:sp>
        <p:nvSpPr>
          <p:cNvPr id="20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optional, omit when content is synthesized}}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pill"/>
          <p:cNvSpPr/>
          <p:nvPr/>
        </p:nvSpPr>
        <p:spPr>
          <a:xfrm>
            <a:off x="384048" y="292608"/>
            <a:ext cx="3840480" cy="274320"/>
          </a:xfrm>
          <a:prstGeom prst="roundRect">
            <a:avLst>
              <a:gd name="adj" fmla="val 2100"/>
            </a:avLst>
          </a:prstGeom>
          <a:solidFill>
            <a:srgbClr val="F9D2D6"/>
          </a:solidFill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50" dirty="0">
                <a:solidFill>
                  <a:srgbClr val="1F1E1E"/>
                </a:solidFill>
                <a:latin typeface="Roboto Mono Medium"/>
              </a:rPr>
              <a:t>TEMPLATE — ICON-BULLET LIST (LEAD + 3 ITEMS)</a:t>
            </a:r>
          </a:p>
        </p:txBody>
      </p:sp>
      <p:sp>
        <p:nvSpPr>
          <p:cNvPr id="3" name="Title"/>
          <p:cNvSpPr/>
          <p:nvPr/>
        </p:nvSpPr>
        <p:spPr>
          <a:xfrm>
            <a:off x="493776" y="777240"/>
            <a:ext cx="8147304" cy="9601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2800" dirty="0">
                <a:solidFill>
                  <a:srgbClr val="1F1E1E"/>
                </a:solidFill>
                <a:latin typeface="Roboto Mono Medium"/>
              </a:rPr>
              <a:t>{{Slide title (h2) 15}}</a:t>
            </a:r>
          </a:p>
        </p:txBody>
      </p:sp>
      <p:sp>
        <p:nvSpPr>
          <p:cNvPr id="4" name="Lead paragraph"/>
          <p:cNvSpPr/>
          <p:nvPr/>
        </p:nvSpPr>
        <p:spPr>
          <a:xfrm>
            <a:off x="493776" y="1874520"/>
            <a:ext cx="8147304" cy="777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200" dirty="0">
                <a:solidFill>
                  <a:srgbClr val="3B3535"/>
                </a:solidFill>
                <a:latin typeface="Roboto"/>
              </a:rPr>
              <a:t>{{Lead paragraph 15 — 1–2 sentences (inline **bold** supported) framing the items that follow as a vertical stack with line-art icons. Source spec: §7.5.}}</a:t>
            </a:r>
          </a:p>
        </p:txBody>
      </p:sp>
      <p:sp>
        <p:nvSpPr>
          <p:cNvPr id="5" name="Row 1 icon (stand-in)"/>
          <p:cNvSpPr/>
          <p:nvPr/>
        </p:nvSpPr>
        <p:spPr>
          <a:xfrm>
            <a:off x="493776" y="287121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6" name="Row 1 heading"/>
          <p:cNvSpPr/>
          <p:nvPr/>
        </p:nvSpPr>
        <p:spPr>
          <a:xfrm>
            <a:off x="1060704" y="288036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1}}</a:t>
            </a:r>
          </a:p>
        </p:txBody>
      </p:sp>
      <p:sp>
        <p:nvSpPr>
          <p:cNvPr id="7" name="Row 1 body"/>
          <p:cNvSpPr/>
          <p:nvPr/>
        </p:nvSpPr>
        <p:spPr>
          <a:xfrm>
            <a:off x="1060704" y="320040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1 — 2–3 sentences of prose. Each item gets real horizontal room so the reader can absorb the explanation.}}</a:t>
            </a:r>
          </a:p>
        </p:txBody>
      </p:sp>
      <p:sp>
        <p:nvSpPr>
          <p:cNvPr id="8" name="Row 2 icon (stand-in)"/>
          <p:cNvSpPr/>
          <p:nvPr/>
        </p:nvSpPr>
        <p:spPr>
          <a:xfrm>
            <a:off x="493776" y="354939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9" name="Row 2 heading"/>
          <p:cNvSpPr/>
          <p:nvPr/>
        </p:nvSpPr>
        <p:spPr>
          <a:xfrm>
            <a:off x="1060704" y="355854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2}}</a:t>
            </a:r>
          </a:p>
        </p:txBody>
      </p:sp>
      <p:sp>
        <p:nvSpPr>
          <p:cNvPr id="10" name="Row 2 body"/>
          <p:cNvSpPr/>
          <p:nvPr/>
        </p:nvSpPr>
        <p:spPr>
          <a:xfrm>
            <a:off x="1060704" y="387858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2 — 2–3 sentences of prose. Each item gets real horizontal room so the reader can absorb the explanation.}}</a:t>
            </a:r>
          </a:p>
        </p:txBody>
      </p:sp>
      <p:sp>
        <p:nvSpPr>
          <p:cNvPr id="11" name="Row 3 icon (stand-in)"/>
          <p:cNvSpPr/>
          <p:nvPr/>
        </p:nvSpPr>
        <p:spPr>
          <a:xfrm>
            <a:off x="493776" y="4227576"/>
            <a:ext cx="384048" cy="384048"/>
          </a:xfrm>
          <a:prstGeom prst="ellipse">
            <a:avLst/>
          </a:prstGeom>
          <a:noFill/>
          <a:ln w="25400">
            <a:solidFill>
              <a:srgbClr val="DA1B2E"/>
            </a:solidFill>
          </a:ln>
        </p:spPr>
        <p:txBody>
          <a:bodyPr lIns="0" tIns="0" rIns="0" bIns="0" wrap="square"/>
          <a:lstStyle/>
          <a:p/>
        </p:txBody>
      </p:sp>
      <p:sp>
        <p:nvSpPr>
          <p:cNvPr id="12" name="Row 3 heading"/>
          <p:cNvSpPr/>
          <p:nvPr/>
        </p:nvSpPr>
        <p:spPr>
          <a:xfrm>
            <a:off x="1060704" y="4236720"/>
            <a:ext cx="7086600" cy="27432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350" dirty="0">
                <a:solidFill>
                  <a:srgbClr val="1F1E1E"/>
                </a:solidFill>
                <a:latin typeface="Roboto Mono Medium"/>
              </a:rPr>
              <a:t>{{Row heading 3}}</a:t>
            </a:r>
          </a:p>
        </p:txBody>
      </p:sp>
      <p:sp>
        <p:nvSpPr>
          <p:cNvPr id="13" name="Row 3 body"/>
          <p:cNvSpPr/>
          <p:nvPr/>
        </p:nvSpPr>
        <p:spPr>
          <a:xfrm>
            <a:off x="1060704" y="4556760"/>
            <a:ext cx="7086600" cy="26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1100" dirty="0">
                <a:solidFill>
                  <a:srgbClr val="3B3535"/>
                </a:solidFill>
                <a:latin typeface="Roboto"/>
              </a:rPr>
              <a:t>{{Row body 3 — 2–3 sentences of prose. Each item gets real horizontal room so the reader can absorb the explanation.}}</a:t>
            </a:r>
          </a:p>
        </p:txBody>
      </p:sp>
      <p:sp>
        <p:nvSpPr>
          <p:cNvPr id="14" name="Source line"/>
          <p:cNvSpPr/>
          <p:nvPr/>
        </p:nvSpPr>
        <p:spPr>
          <a:xfrm>
            <a:off x="493776" y="4846320"/>
            <a:ext cx="8147304" cy="18288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wrap="square" anchor="t"/>
          <a:lstStyle/>
          <a:p>
            <a:pPr algn="l"/>
            <a:r>
              <a:rPr lang="es-ES" sz="900" i="1" dirty="0">
                <a:solidFill>
                  <a:srgbClr val="6A737D"/>
                </a:solidFill>
                <a:latin typeface="Roboto"/>
              </a:rPr>
              <a:t>{{Fuente: &lt;source title&gt; — optional}}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53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53</vt:i4>
      </vt:variant>
    </vt:vector>
  </HeadingPairs>
  <TitlesOfParts>
    <vt:vector size="5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/>
  <cp:revision>1</cp:revision>
  <dcterms:created xsi:type="dcterms:W3CDTF">2026-05-22T22:59:23Z</dcterms:created>
  <dcterms:modified xsi:type="dcterms:W3CDTF">2026-05-22T22:59:23Z</dcterms:modified>
</cp:coreProperties>
</file>