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13.xml" ContentType="application/vnd.openxmlformats-officedocument.presentationml.slide+xml"/>
  <Override PartName="/ppt/slideLayouts/slideLayout14.xml" ContentType="application/vnd.openxmlformats-officedocument.presentationml.slideLayout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68" r:id="rId14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55"/>
  </p:notesMasterIdLst>
  <p:sldSz cx="9144000" cy="5143500"/>
  <p:notesSz cx="5143500" cy="9144000"/>
  <p:embeddedFontLst>
    <p:embeddedFont>
      <p:font typeface="Roboto Mono Medium"/>
      <p:regular r:id="rId60"/>
    </p:embeddedFont>
    <p:embeddedFont>
      <p:font typeface="Roboto Mono Bold"/>
      <p:regular r:id="rId61"/>
    </p:embeddedFont>
    <p:embeddedFont>
      <p:font typeface="Roboto"/>
      <p:regular r:id="rId62"/>
    </p:embeddedFont>
    <p:embeddedFont>
      <p:font typeface="Roboto Bold"/>
      <p:regular r:id="rId63"/>
    </p:embeddedFont>
  </p:embeddedFon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55" Type="http://schemas.openxmlformats.org/officeDocument/2006/relationships/notesMaster" Target="notesMasters/notesMaster1.xml"/><Relationship Id="rId56" Type="http://schemas.openxmlformats.org/officeDocument/2006/relationships/presProps" Target="presProps.xml"/><Relationship Id="rId57" Type="http://schemas.openxmlformats.org/officeDocument/2006/relationships/viewProps" Target="viewProps.xml"/><Relationship Id="rId58" Type="http://schemas.openxmlformats.org/officeDocument/2006/relationships/theme" Target="theme/theme1.xml"/><Relationship Id="rId59" Type="http://schemas.openxmlformats.org/officeDocument/2006/relationships/tableStyles" Target="tableStyles.xml"/><Relationship Id="rId60" Type="http://schemas.openxmlformats.org/officeDocument/2006/relationships/font" Target="fonts/font1.fntdata"/><Relationship Id="rId61" Type="http://schemas.openxmlformats.org/officeDocument/2006/relationships/font" Target="fonts/font2.fntdata"/><Relationship Id="rId62" Type="http://schemas.openxmlformats.org/officeDocument/2006/relationships/font" Target="fonts/font3.fntdata"/><Relationship Id="rId63" Type="http://schemas.openxmlformats.org/officeDocument/2006/relationships/font" Target="fonts/font4.fntdata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9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0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1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2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mplate Separator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55" Type="http://schemas.openxmlformats.org/officeDocument/2006/relationships/theme" Target="../theme/theme1.xml"/><Relationship Id="rId56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5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image" Target="../media/image-3-3.png"/><Relationship Id="rId4" Type="http://schemas.openxmlformats.org/officeDocument/2006/relationships/image" Target="../media/image-3-4.svg"/><Relationship Id="rId5" Type="http://schemas.openxmlformats.org/officeDocument/2006/relationships/image" Target="../media/image-3-5.png"/><Relationship Id="rId6" Type="http://schemas.openxmlformats.org/officeDocument/2006/relationships/image" Target="../media/image-3-6.sv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4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image" Target="../media/image-4-5.png"/><Relationship Id="rId6" Type="http://schemas.openxmlformats.org/officeDocument/2006/relationships/image" Target="../media/image-4-6.svg"/><Relationship Id="rId7" Type="http://schemas.openxmlformats.org/officeDocument/2006/relationships/image" Target="../media/image-4-7.png"/><Relationship Id="rId8" Type="http://schemas.openxmlformats.org/officeDocument/2006/relationships/image" Target="../media/image-4-8.svg"/><Relationship Id="rId9" Type="http://schemas.openxmlformats.org/officeDocument/2006/relationships/slideLayout" Target="../slideLayouts/slideLayout5.xml"/><Relationship Id="rId10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gpt-tokenizer.dev" TargetMode="External"/><Relationship Id="rId1" Type="http://schemas.openxmlformats.org/officeDocument/2006/relationships/image" Target="../media/image-7-1.png"/><Relationship Id="rId3" Type="http://schemas.openxmlformats.org/officeDocument/2006/relationships/slideLayout" Target="../slideLayouts/slideLayout8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image" Target="../media/image-8-3.png"/><Relationship Id="rId4" Type="http://schemas.openxmlformats.org/officeDocument/2006/relationships/image" Target="../media/image-8-4.svg"/><Relationship Id="rId5" Type="http://schemas.openxmlformats.org/officeDocument/2006/relationships/image" Target="../media/image-8-5.png"/><Relationship Id="rId6" Type="http://schemas.openxmlformats.org/officeDocument/2006/relationships/image" Target="../media/image-8-6.svg"/><Relationship Id="rId7" Type="http://schemas.openxmlformats.org/officeDocument/2006/relationships/slideLayout" Target="../slideLayouts/slideLayout9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svg"/><Relationship Id="rId3" Type="http://schemas.openxmlformats.org/officeDocument/2006/relationships/image" Target="../media/image-9-3.png"/><Relationship Id="rId4" Type="http://schemas.openxmlformats.org/officeDocument/2006/relationships/image" Target="../media/image-9-4.svg"/><Relationship Id="rId5" Type="http://schemas.openxmlformats.org/officeDocument/2006/relationships/image" Target="../media/image-9-5.png"/><Relationship Id="rId6" Type="http://schemas.openxmlformats.org/officeDocument/2006/relationships/image" Target="../media/image-9-6.svg"/><Relationship Id="rId7" Type="http://schemas.openxmlformats.org/officeDocument/2006/relationships/slideLayout" Target="../slideLayouts/slideLayout10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svg"/><Relationship Id="rId3" Type="http://schemas.openxmlformats.org/officeDocument/2006/relationships/image" Target="../media/image-10-3.png"/><Relationship Id="rId4" Type="http://schemas.openxmlformats.org/officeDocument/2006/relationships/image" Target="../media/image-10-4.svg"/><Relationship Id="rId5" Type="http://schemas.openxmlformats.org/officeDocument/2006/relationships/image" Target="../media/image-10-5.png"/><Relationship Id="rId6" Type="http://schemas.openxmlformats.org/officeDocument/2006/relationships/image" Target="../media/image-10-6.svg"/><Relationship Id="rId7" Type="http://schemas.openxmlformats.org/officeDocument/2006/relationships/image" Target="../media/image-10-7.png"/><Relationship Id="rId8" Type="http://schemas.openxmlformats.org/officeDocument/2006/relationships/image" Target="../media/image-10-8.svg"/><Relationship Id="rId9" Type="http://schemas.openxmlformats.org/officeDocument/2006/relationships/image" Target="../media/image-10-9.png"/><Relationship Id="rId10" Type="http://schemas.openxmlformats.org/officeDocument/2006/relationships/image" Target="../media/image-10-10.svg"/><Relationship Id="rId11" Type="http://schemas.openxmlformats.org/officeDocument/2006/relationships/image" Target="../media/image-10-11.png"/><Relationship Id="rId12" Type="http://schemas.openxmlformats.org/officeDocument/2006/relationships/slideLayout" Target="../slideLayouts/slideLayout11.xml"/><Relationship Id="rId1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3" Type="http://schemas.openxmlformats.org/officeDocument/2006/relationships/image" Target="../media/image-11-3.png"/><Relationship Id="rId4" Type="http://schemas.openxmlformats.org/officeDocument/2006/relationships/image" Target="../media/image-11-4.svg"/><Relationship Id="rId5" Type="http://schemas.openxmlformats.org/officeDocument/2006/relationships/image" Target="../media/image-11-5.png"/><Relationship Id="rId6" Type="http://schemas.openxmlformats.org/officeDocument/2006/relationships/image" Target="../media/image-11-6.svg"/><Relationship Id="rId7" Type="http://schemas.openxmlformats.org/officeDocument/2006/relationships/slideLayout" Target="../slideLayouts/slideLayout12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6119" y="536823"/>
            <a:ext cx="8151763" cy="19484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050" dirty="0">
                <a:solidFill>
                  <a:srgbClr val="1F1E1E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{{PRESENTATION_TITLE}}</a:t>
            </a:r>
            <a:endParaRPr lang="en-US" sz="4050" dirty="0"/>
          </a:p>
        </p:txBody>
      </p:sp>
      <p:sp>
        <p:nvSpPr>
          <p:cNvPr id="3" name="Text 1"/>
          <p:cNvSpPr/>
          <p:nvPr/>
        </p:nvSpPr>
        <p:spPr>
          <a:xfrm>
            <a:off x="496119" y="2677269"/>
            <a:ext cx="6216923" cy="2352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450" dirty="0">
                <a:solidFill>
                  <a:srgbClr val="1F1E1E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{{TALK_SUBTITLE}}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496119" y="3219748"/>
            <a:ext cx="3295799" cy="5609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000"/>
              </a:lnSpc>
              <a:spcAft>
                <a:spcPts val="900"/>
              </a:spcAft>
              <a:buNone/>
            </a:pPr>
            <a:r>
              <a:rPr lang="en-US" sz="11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Autor: {{PRESENTER}}</a:t>
            </a:r>
            <a:endParaRPr lang="en-US" sz="1150" dirty="0"/>
          </a:p>
          <a:p>
            <a:pPr algn="l" indent="0" marL="0">
              <a:lnSpc>
                <a:spcPct val="123000"/>
              </a:lnSpc>
              <a:buNone/>
            </a:pPr>
            <a:r>
              <a:rPr lang="en-US" sz="11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Última Modificación: {{DATE}}</a:t>
            </a:r>
            <a:endParaRPr lang="en-US" sz="11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83562" y="3248546"/>
            <a:ext cx="1469008" cy="121406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80640" y="504974"/>
            <a:ext cx="3246834" cy="3487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150" dirty="0">
                <a:solidFill>
                  <a:srgbClr val="1F1E1E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Agenda</a:t>
            </a:r>
            <a:endParaRPr lang="en-US" sz="2150" dirty="0"/>
          </a:p>
        </p:txBody>
      </p:sp>
      <p:sp>
        <p:nvSpPr>
          <p:cNvPr id="3" name="Shape 1"/>
          <p:cNvSpPr/>
          <p:nvPr/>
        </p:nvSpPr>
        <p:spPr>
          <a:xfrm>
            <a:off x="606103" y="994172"/>
            <a:ext cx="14288" cy="3644354"/>
          </a:xfrm>
          <a:prstGeom prst="roundRect">
            <a:avLst>
              <a:gd name="adj" fmla="val 39999"/>
            </a:avLst>
          </a:prstGeom>
          <a:solidFill>
            <a:srgbClr val="D8D4D4"/>
          </a:solidFill>
          <a:ln/>
        </p:spPr>
      </p:sp>
      <p:sp>
        <p:nvSpPr>
          <p:cNvPr id="4" name="Shape 2"/>
          <p:cNvSpPr/>
          <p:nvPr/>
        </p:nvSpPr>
        <p:spPr>
          <a:xfrm>
            <a:off x="717314" y="1112490"/>
            <a:ext cx="334714" cy="14288"/>
          </a:xfrm>
          <a:prstGeom prst="roundRect">
            <a:avLst>
              <a:gd name="adj" fmla="val 39999"/>
            </a:avLst>
          </a:prstGeom>
          <a:solidFill>
            <a:srgbClr val="F33447"/>
          </a:solidFill>
          <a:ln/>
        </p:spPr>
      </p:sp>
      <p:sp>
        <p:nvSpPr>
          <p:cNvPr id="5" name="Shape 3"/>
          <p:cNvSpPr/>
          <p:nvPr/>
        </p:nvSpPr>
        <p:spPr>
          <a:xfrm>
            <a:off x="480603" y="994172"/>
            <a:ext cx="250999" cy="250999"/>
          </a:xfrm>
          <a:prstGeom prst="roundRect">
            <a:avLst>
              <a:gd name="adj" fmla="val 2277"/>
            </a:avLst>
          </a:prstGeom>
          <a:solidFill>
            <a:srgbClr val="DA1B2E"/>
          </a:solidFill>
          <a:ln w="4763">
            <a:solidFill>
              <a:srgbClr val="F33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22387" y="1015045"/>
            <a:ext cx="167357" cy="209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164059" y="1032495"/>
            <a:ext cx="2843808" cy="1742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{{SECTION_1_TITLE}}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1164059" y="1248891"/>
            <a:ext cx="7499300" cy="1454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8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{{SECTION_1_SUBTITLE}}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717314" y="1653183"/>
            <a:ext cx="334714" cy="14288"/>
          </a:xfrm>
          <a:prstGeom prst="roundRect">
            <a:avLst>
              <a:gd name="adj" fmla="val 39999"/>
            </a:avLst>
          </a:prstGeom>
          <a:solidFill>
            <a:srgbClr val="D8D4D4"/>
          </a:solidFill>
          <a:ln/>
        </p:spPr>
      </p:sp>
      <p:sp>
        <p:nvSpPr>
          <p:cNvPr id="10" name="Shape 8"/>
          <p:cNvSpPr/>
          <p:nvPr/>
        </p:nvSpPr>
        <p:spPr>
          <a:xfrm>
            <a:off x="480603" y="1534864"/>
            <a:ext cx="250999" cy="250999"/>
          </a:xfrm>
          <a:prstGeom prst="roundRect">
            <a:avLst>
              <a:gd name="adj" fmla="val 2277"/>
            </a:avLst>
          </a:prstGeom>
          <a:solidFill>
            <a:srgbClr val="F2EEEE"/>
          </a:solidFill>
          <a:ln w="4763">
            <a:solidFill>
              <a:srgbClr val="D8D4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22387" y="1555738"/>
            <a:ext cx="167357" cy="209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164059" y="1573188"/>
            <a:ext cx="2843808" cy="1742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{{SECTION_2_TITLE}}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1164059" y="1789584"/>
            <a:ext cx="7499300" cy="1454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8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{{SECTION_2_SUBTITLE}}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717314" y="2193875"/>
            <a:ext cx="334714" cy="14288"/>
          </a:xfrm>
          <a:prstGeom prst="roundRect">
            <a:avLst>
              <a:gd name="adj" fmla="val 39999"/>
            </a:avLst>
          </a:prstGeom>
          <a:solidFill>
            <a:srgbClr val="D8D4D4"/>
          </a:solidFill>
          <a:ln/>
        </p:spPr>
      </p:sp>
      <p:sp>
        <p:nvSpPr>
          <p:cNvPr id="15" name="Shape 13"/>
          <p:cNvSpPr/>
          <p:nvPr/>
        </p:nvSpPr>
        <p:spPr>
          <a:xfrm>
            <a:off x="480603" y="2075557"/>
            <a:ext cx="250999" cy="250999"/>
          </a:xfrm>
          <a:prstGeom prst="roundRect">
            <a:avLst>
              <a:gd name="adj" fmla="val 2277"/>
            </a:avLst>
          </a:prstGeom>
          <a:solidFill>
            <a:srgbClr val="F2EEEE"/>
          </a:solidFill>
          <a:ln w="4763">
            <a:solidFill>
              <a:srgbClr val="D8D4D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2387" y="2096430"/>
            <a:ext cx="167357" cy="209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64059" y="2113880"/>
            <a:ext cx="1589187" cy="1742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{{SECTION_3_TITLE}}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164059" y="2330276"/>
            <a:ext cx="7499300" cy="1454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8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{{SECTION_3_SUBTITLE}}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717314" y="2734568"/>
            <a:ext cx="334714" cy="14288"/>
          </a:xfrm>
          <a:prstGeom prst="roundRect">
            <a:avLst>
              <a:gd name="adj" fmla="val 39999"/>
            </a:avLst>
          </a:prstGeom>
          <a:solidFill>
            <a:srgbClr val="D8D4D4"/>
          </a:solidFill>
          <a:ln/>
        </p:spPr>
      </p:sp>
      <p:sp>
        <p:nvSpPr>
          <p:cNvPr id="20" name="Shape 18"/>
          <p:cNvSpPr/>
          <p:nvPr/>
        </p:nvSpPr>
        <p:spPr>
          <a:xfrm>
            <a:off x="480603" y="2616250"/>
            <a:ext cx="250999" cy="250999"/>
          </a:xfrm>
          <a:prstGeom prst="roundRect">
            <a:avLst>
              <a:gd name="adj" fmla="val 2277"/>
            </a:avLst>
          </a:prstGeom>
          <a:solidFill>
            <a:srgbClr val="F2EEEE"/>
          </a:solidFill>
          <a:ln w="4763">
            <a:solidFill>
              <a:srgbClr val="D8D4D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22387" y="2637123"/>
            <a:ext cx="167357" cy="209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164059" y="2654573"/>
            <a:ext cx="2592884" cy="1742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{{SECTION_4_TITLE}}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1164059" y="2870969"/>
            <a:ext cx="7499300" cy="1454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8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{{SECTION_4_SUBTITLE}}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717314" y="3275261"/>
            <a:ext cx="334714" cy="14288"/>
          </a:xfrm>
          <a:prstGeom prst="roundRect">
            <a:avLst>
              <a:gd name="adj" fmla="val 39999"/>
            </a:avLst>
          </a:prstGeom>
          <a:solidFill>
            <a:srgbClr val="D8D4D4"/>
          </a:solidFill>
          <a:ln/>
        </p:spPr>
      </p:sp>
      <p:sp>
        <p:nvSpPr>
          <p:cNvPr id="25" name="Shape 23"/>
          <p:cNvSpPr/>
          <p:nvPr/>
        </p:nvSpPr>
        <p:spPr>
          <a:xfrm>
            <a:off x="480603" y="3156942"/>
            <a:ext cx="250999" cy="250999"/>
          </a:xfrm>
          <a:prstGeom prst="roundRect">
            <a:avLst>
              <a:gd name="adj" fmla="val 2277"/>
            </a:avLst>
          </a:prstGeom>
          <a:solidFill>
            <a:srgbClr val="F2EEEE"/>
          </a:solidFill>
          <a:ln w="4763">
            <a:solidFill>
              <a:srgbClr val="D8D4D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22387" y="3177815"/>
            <a:ext cx="167357" cy="209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164059" y="3195265"/>
            <a:ext cx="2425601" cy="1742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{{SECTION_5_TITLE}}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1164059" y="3411662"/>
            <a:ext cx="7499300" cy="1454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8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{{SECTION_5_SUBTITLE}}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717314" y="3815953"/>
            <a:ext cx="334714" cy="14288"/>
          </a:xfrm>
          <a:prstGeom prst="roundRect">
            <a:avLst>
              <a:gd name="adj" fmla="val 39999"/>
            </a:avLst>
          </a:prstGeom>
          <a:solidFill>
            <a:srgbClr val="D8D4D4"/>
          </a:solidFill>
          <a:ln/>
        </p:spPr>
      </p:sp>
      <p:sp>
        <p:nvSpPr>
          <p:cNvPr id="30" name="Shape 28"/>
          <p:cNvSpPr/>
          <p:nvPr/>
        </p:nvSpPr>
        <p:spPr>
          <a:xfrm>
            <a:off x="480603" y="3697635"/>
            <a:ext cx="250999" cy="250999"/>
          </a:xfrm>
          <a:prstGeom prst="roundRect">
            <a:avLst>
              <a:gd name="adj" fmla="val 2277"/>
            </a:avLst>
          </a:prstGeom>
          <a:solidFill>
            <a:srgbClr val="F2EEEE"/>
          </a:solidFill>
          <a:ln w="4763">
            <a:solidFill>
              <a:srgbClr val="D8D4D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22387" y="3718508"/>
            <a:ext cx="167357" cy="209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6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1164059" y="3735958"/>
            <a:ext cx="2592884" cy="1742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{{SECTION_6_TITLE}}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1164059" y="3952354"/>
            <a:ext cx="7499300" cy="1454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8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{{SECTION_6_SUBTITLE}}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717314" y="4356646"/>
            <a:ext cx="334714" cy="14288"/>
          </a:xfrm>
          <a:prstGeom prst="roundRect">
            <a:avLst>
              <a:gd name="adj" fmla="val 39999"/>
            </a:avLst>
          </a:prstGeom>
          <a:solidFill>
            <a:srgbClr val="D8D4D4"/>
          </a:solidFill>
          <a:ln/>
        </p:spPr>
      </p:sp>
      <p:sp>
        <p:nvSpPr>
          <p:cNvPr id="35" name="Shape 33"/>
          <p:cNvSpPr/>
          <p:nvPr/>
        </p:nvSpPr>
        <p:spPr>
          <a:xfrm>
            <a:off x="480603" y="4238327"/>
            <a:ext cx="250999" cy="250999"/>
          </a:xfrm>
          <a:prstGeom prst="roundRect">
            <a:avLst>
              <a:gd name="adj" fmla="val 2277"/>
            </a:avLst>
          </a:prstGeom>
          <a:solidFill>
            <a:srgbClr val="F2EEEE"/>
          </a:solidFill>
          <a:ln w="4763">
            <a:solidFill>
              <a:srgbClr val="D8D4D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2387" y="4259200"/>
            <a:ext cx="167357" cy="209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7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1164059" y="4276651"/>
            <a:ext cx="1505545" cy="1742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{{SECTION_7_TITLE}}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1164059" y="4493047"/>
            <a:ext cx="7499300" cy="1454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8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{{SECTION_7_SUBTITLE}}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6119" y="521494"/>
            <a:ext cx="2639913" cy="268635"/>
          </a:xfrm>
          <a:prstGeom prst="roundRect">
            <a:avLst>
              <a:gd name="adj" fmla="val 2127"/>
            </a:avLst>
          </a:prstGeom>
          <a:solidFill>
            <a:srgbClr val="F9D2D6"/>
          </a:solidFill>
          <a:ln/>
        </p:spPr>
      </p:sp>
      <p:sp>
        <p:nvSpPr>
          <p:cNvPr id="3" name="Text 1"/>
          <p:cNvSpPr/>
          <p:nvPr/>
        </p:nvSpPr>
        <p:spPr>
          <a:xfrm>
            <a:off x="586457" y="566663"/>
            <a:ext cx="2916436" cy="1782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3000"/>
              </a:lnSpc>
              <a:buNone/>
            </a:pPr>
            <a:r>
              <a:rPr lang="en-US" sz="90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TEMPLATE — IMAGE-GRID + CALLOUT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96119" y="841325"/>
            <a:ext cx="4523705" cy="4706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950" dirty="0">
                <a:solidFill>
                  <a:srgbClr val="1F1E1E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{{Slide title (h2) 1}}</a:t>
            </a:r>
            <a:endParaRPr lang="en-US" sz="2950" dirty="0"/>
          </a:p>
        </p:txBody>
      </p:sp>
      <p:sp>
        <p:nvSpPr>
          <p:cNvPr id="5" name="Text 3"/>
          <p:cNvSpPr/>
          <p:nvPr/>
        </p:nvSpPr>
        <p:spPr>
          <a:xfrm>
            <a:off x="722040" y="1647974"/>
            <a:ext cx="7925842" cy="4457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3000"/>
              </a:lnSpc>
              <a:buNone/>
            </a:pPr>
            <a:r>
              <a:rPr lang="en-US" sz="11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{{Body paragraph 1}}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496119" y="1503983"/>
            <a:ext cx="19050" cy="733723"/>
          </a:xfrm>
          <a:prstGeom prst="rect">
            <a:avLst/>
          </a:prstGeom>
          <a:solidFill>
            <a:srgbClr val="DA1B2E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6119" y="2381696"/>
            <a:ext cx="376535" cy="37653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96119" y="2918222"/>
            <a:ext cx="2371651" cy="2352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45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{{Card heading 1}}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496119" y="3230314"/>
            <a:ext cx="2610594" cy="4457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3000"/>
              </a:lnSpc>
              <a:buNone/>
            </a:pPr>
            <a:r>
              <a:rPr lang="en-US" sz="11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{{Body paragraph 2}}</a:t>
            </a:r>
            <a:endParaRPr lang="en-US" sz="115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266703" y="2381696"/>
            <a:ext cx="376535" cy="376535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3266703" y="2918222"/>
            <a:ext cx="2597497" cy="2352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45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{{Card heading 2}}</a:t>
            </a:r>
            <a:endParaRPr lang="en-US" sz="1450" dirty="0"/>
          </a:p>
        </p:txBody>
      </p:sp>
      <p:sp>
        <p:nvSpPr>
          <p:cNvPr id="12" name="Text 8"/>
          <p:cNvSpPr/>
          <p:nvPr/>
        </p:nvSpPr>
        <p:spPr>
          <a:xfrm>
            <a:off x="3266703" y="3230314"/>
            <a:ext cx="2610594" cy="4457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3000"/>
              </a:lnSpc>
              <a:buNone/>
            </a:pPr>
            <a:r>
              <a:rPr lang="en-US" sz="11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{{Body paragraph 3}}</a:t>
            </a:r>
            <a:endParaRPr lang="en-US" sz="1150" dirty="0"/>
          </a:p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037287" y="2381696"/>
            <a:ext cx="376535" cy="376535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037287" y="2918222"/>
            <a:ext cx="2145804" cy="2352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45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{{Card heading 3}}</a:t>
            </a:r>
            <a:endParaRPr lang="en-US" sz="1450" dirty="0"/>
          </a:p>
        </p:txBody>
      </p:sp>
      <p:sp>
        <p:nvSpPr>
          <p:cNvPr id="15" name="Text 10"/>
          <p:cNvSpPr/>
          <p:nvPr/>
        </p:nvSpPr>
        <p:spPr>
          <a:xfrm>
            <a:off x="6037287" y="3230314"/>
            <a:ext cx="2610594" cy="4457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3000"/>
              </a:lnSpc>
              <a:buNone/>
            </a:pPr>
            <a:r>
              <a:rPr lang="en-US" sz="11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{{Body paragraph 4}}</a:t>
            </a:r>
            <a:endParaRPr lang="en-US" sz="1150" dirty="0"/>
          </a:p>
        </p:txBody>
      </p:sp>
      <p:sp>
        <p:nvSpPr>
          <p:cNvPr id="16" name="Shape 11"/>
          <p:cNvSpPr/>
          <p:nvPr/>
        </p:nvSpPr>
        <p:spPr>
          <a:xfrm>
            <a:off x="496119" y="3820046"/>
            <a:ext cx="8151763" cy="801886"/>
          </a:xfrm>
          <a:prstGeom prst="roundRect">
            <a:avLst>
              <a:gd name="adj" fmla="val 713"/>
            </a:avLst>
          </a:prstGeom>
          <a:solidFill>
            <a:srgbClr val="F7BBC1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5560" y="4033689"/>
            <a:ext cx="150614" cy="150614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985614" y="3985692"/>
            <a:ext cx="7511653" cy="4457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3000"/>
              </a:lnSpc>
              <a:buNone/>
            </a:pPr>
            <a:r>
              <a:rPr lang="en-US" sz="1150" dirty="0">
                <a:solidFill>
                  <a:srgbClr val="DA1B2E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●</a:t>
            </a:r>
            <a:pPr algn="l" indent="0" marL="0">
              <a:lnSpc>
                <a:spcPct val="123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{{Body paragraph 5}}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6119" y="625153"/>
            <a:ext cx="2173635" cy="209401"/>
          </a:xfrm>
          <a:prstGeom prst="roundRect">
            <a:avLst>
              <a:gd name="adj" fmla="val 2729"/>
            </a:avLst>
          </a:prstGeom>
          <a:solidFill>
            <a:srgbClr val="F9D2D6"/>
          </a:solidFill>
          <a:ln/>
        </p:spPr>
      </p:sp>
      <p:sp>
        <p:nvSpPr>
          <p:cNvPr id="3" name="Text 1"/>
          <p:cNvSpPr/>
          <p:nvPr/>
        </p:nvSpPr>
        <p:spPr>
          <a:xfrm>
            <a:off x="570533" y="662360"/>
            <a:ext cx="2482007" cy="134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7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TEMPLATE — IMAGE-GRID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496119" y="869231"/>
            <a:ext cx="7528322" cy="3875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dirty="0">
                <a:solidFill>
                  <a:srgbClr val="1F1E1E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{{Slide title (h2) 1}}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96119" y="1473771"/>
            <a:ext cx="2007766" cy="1938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1F1E1E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{{Body paragraph 1}}</a:t>
            </a:r>
            <a:endParaRPr lang="en-US" sz="12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2627" y="1769046"/>
            <a:ext cx="186035" cy="18603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99145" y="1765250"/>
            <a:ext cx="1550566" cy="1938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{{Body paragraph 2}}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99145" y="2045866"/>
            <a:ext cx="3521571" cy="33739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9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{{Card body 1}}</a:t>
            </a:r>
            <a:endParaRPr lang="en-US" sz="95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42627" y="2560662"/>
            <a:ext cx="186035" cy="186035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99145" y="2556867"/>
            <a:ext cx="1953444" cy="1938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{{Body paragraph 3}}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899145" y="2837483"/>
            <a:ext cx="3521571" cy="1686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9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{{Card body 2}}</a:t>
            </a:r>
            <a:endParaRPr lang="en-US" sz="95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42627" y="3183582"/>
            <a:ext cx="186035" cy="186035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899145" y="3179787"/>
            <a:ext cx="1550566" cy="1938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{{Body paragraph 4}}</a:t>
            </a:r>
            <a:endParaRPr lang="en-US" sz="1200" dirty="0"/>
          </a:p>
        </p:txBody>
      </p:sp>
      <p:sp>
        <p:nvSpPr>
          <p:cNvPr id="14" name="Text 9"/>
          <p:cNvSpPr/>
          <p:nvPr/>
        </p:nvSpPr>
        <p:spPr>
          <a:xfrm>
            <a:off x="899145" y="3460403"/>
            <a:ext cx="3521571" cy="1686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9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{{Card body 3}}</a:t>
            </a:r>
            <a:endParaRPr lang="en-US" sz="950" dirty="0"/>
          </a:p>
        </p:txBody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42627" y="3806503"/>
            <a:ext cx="186035" cy="186035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899145" y="3802707"/>
            <a:ext cx="1953444" cy="1938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{{Body paragraph 5}}</a:t>
            </a:r>
            <a:endParaRPr lang="en-US" sz="1200" dirty="0"/>
          </a:p>
        </p:txBody>
      </p:sp>
      <p:sp>
        <p:nvSpPr>
          <p:cNvPr id="17" name="Text 11"/>
          <p:cNvSpPr/>
          <p:nvPr/>
        </p:nvSpPr>
        <p:spPr>
          <a:xfrm>
            <a:off x="899145" y="4083323"/>
            <a:ext cx="3521571" cy="33739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9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{{Card body 4}}</a:t>
            </a:r>
            <a:endParaRPr lang="en-US" sz="950" dirty="0"/>
          </a:p>
        </p:txBody>
      </p:sp>
      <p:sp>
        <p:nvSpPr>
          <p:cNvPr id="18" name="Text 12"/>
          <p:cNvSpPr/>
          <p:nvPr/>
        </p:nvSpPr>
        <p:spPr>
          <a:xfrm>
            <a:off x="4728046" y="1473771"/>
            <a:ext cx="2317626" cy="1938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1F1E1E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{{Body paragraph 6}}</a:t>
            </a:r>
            <a:endParaRPr lang="en-US" sz="1200" dirty="0"/>
          </a:p>
        </p:txBody>
      </p:sp>
      <p:sp>
        <p:nvSpPr>
          <p:cNvPr id="19" name="Shape 13"/>
          <p:cNvSpPr/>
          <p:nvPr/>
        </p:nvSpPr>
        <p:spPr>
          <a:xfrm>
            <a:off x="4728046" y="1765250"/>
            <a:ext cx="1918915" cy="951309"/>
          </a:xfrm>
          <a:prstGeom prst="roundRect">
            <a:avLst>
              <a:gd name="adj" fmla="val 7209"/>
            </a:avLst>
          </a:prstGeom>
          <a:solidFill>
            <a:srgbClr val="FFFFFF">
              <a:alpha val="95000"/>
            </a:srgbClr>
          </a:solidFill>
          <a:ln w="14288">
            <a:solidFill>
              <a:srgbClr val="D8D4D4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4713759" y="1765250"/>
            <a:ext cx="57150" cy="951309"/>
          </a:xfrm>
          <a:prstGeom prst="roundRect">
            <a:avLst>
              <a:gd name="adj" fmla="val 10000"/>
            </a:avLst>
          </a:prstGeom>
          <a:solidFill>
            <a:srgbClr val="DA1B2E"/>
          </a:solidFill>
          <a:ln/>
        </p:spPr>
      </p:sp>
      <p:sp>
        <p:nvSpPr>
          <p:cNvPr id="21" name="Text 15"/>
          <p:cNvSpPr/>
          <p:nvPr/>
        </p:nvSpPr>
        <p:spPr>
          <a:xfrm>
            <a:off x="4909170" y="1903512"/>
            <a:ext cx="1599530" cy="67478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9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{{Card body 5}}</a:t>
            </a:r>
            <a:endParaRPr lang="en-US" sz="950" dirty="0"/>
          </a:p>
        </p:txBody>
      </p:sp>
      <p:sp>
        <p:nvSpPr>
          <p:cNvPr id="22" name="Shape 16"/>
          <p:cNvSpPr/>
          <p:nvPr/>
        </p:nvSpPr>
        <p:spPr>
          <a:xfrm>
            <a:off x="6733729" y="1765250"/>
            <a:ext cx="1918915" cy="951309"/>
          </a:xfrm>
          <a:prstGeom prst="roundRect">
            <a:avLst>
              <a:gd name="adj" fmla="val 7209"/>
            </a:avLst>
          </a:prstGeom>
          <a:solidFill>
            <a:srgbClr val="FFFFFF">
              <a:alpha val="95000"/>
            </a:srgbClr>
          </a:solidFill>
          <a:ln w="14288">
            <a:solidFill>
              <a:srgbClr val="D8D4D4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6719441" y="1765250"/>
            <a:ext cx="57150" cy="951309"/>
          </a:xfrm>
          <a:prstGeom prst="roundRect">
            <a:avLst>
              <a:gd name="adj" fmla="val 10000"/>
            </a:avLst>
          </a:prstGeom>
          <a:solidFill>
            <a:srgbClr val="DA1B2E"/>
          </a:solidFill>
          <a:ln/>
        </p:spPr>
      </p:sp>
      <p:sp>
        <p:nvSpPr>
          <p:cNvPr id="24" name="Text 18"/>
          <p:cNvSpPr/>
          <p:nvPr/>
        </p:nvSpPr>
        <p:spPr>
          <a:xfrm>
            <a:off x="6914852" y="1903512"/>
            <a:ext cx="1599530" cy="5060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9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{{Card body 6}}</a:t>
            </a:r>
            <a:endParaRPr lang="en-US" sz="950" dirty="0"/>
          </a:p>
        </p:txBody>
      </p:sp>
      <p:sp>
        <p:nvSpPr>
          <p:cNvPr id="25" name="Shape 19"/>
          <p:cNvSpPr/>
          <p:nvPr/>
        </p:nvSpPr>
        <p:spPr>
          <a:xfrm>
            <a:off x="4728046" y="2803327"/>
            <a:ext cx="1918915" cy="782613"/>
          </a:xfrm>
          <a:prstGeom prst="roundRect">
            <a:avLst>
              <a:gd name="adj" fmla="val 8763"/>
            </a:avLst>
          </a:prstGeom>
          <a:solidFill>
            <a:srgbClr val="FFFFFF">
              <a:alpha val="95000"/>
            </a:srgbClr>
          </a:solidFill>
          <a:ln w="14288">
            <a:solidFill>
              <a:srgbClr val="D8D4D4"/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4713759" y="2803327"/>
            <a:ext cx="57150" cy="782613"/>
          </a:xfrm>
          <a:prstGeom prst="roundRect">
            <a:avLst>
              <a:gd name="adj" fmla="val 10000"/>
            </a:avLst>
          </a:prstGeom>
          <a:solidFill>
            <a:srgbClr val="DA1B2E"/>
          </a:solidFill>
          <a:ln/>
        </p:spPr>
      </p:sp>
      <p:sp>
        <p:nvSpPr>
          <p:cNvPr id="27" name="Text 21"/>
          <p:cNvSpPr/>
          <p:nvPr/>
        </p:nvSpPr>
        <p:spPr>
          <a:xfrm>
            <a:off x="4909170" y="2941588"/>
            <a:ext cx="1599530" cy="5060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9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{{Card body 7}}</a:t>
            </a:r>
            <a:pPr algn="l" indent="0" marL="0">
              <a:lnSpc>
                <a:spcPct val="113000"/>
              </a:lnSpc>
              <a:buNone/>
            </a:pPr>
            <a:r>
              <a:rPr lang="en-US" sz="950" b="1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{{Card body 8}}</a:t>
            </a:r>
            <a:pPr algn="l" indent="0" marL="0">
              <a:lnSpc>
                <a:spcPct val="113000"/>
              </a:lnSpc>
              <a:buNone/>
            </a:pPr>
            <a:r>
              <a:rPr lang="en-US" sz="9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{{Card body 9}}</a:t>
            </a:r>
            <a:endParaRPr lang="en-US" sz="950" dirty="0"/>
          </a:p>
        </p:txBody>
      </p:sp>
      <p:sp>
        <p:nvSpPr>
          <p:cNvPr id="28" name="Shape 22"/>
          <p:cNvSpPr/>
          <p:nvPr/>
        </p:nvSpPr>
        <p:spPr>
          <a:xfrm>
            <a:off x="6733729" y="2803327"/>
            <a:ext cx="1918915" cy="782613"/>
          </a:xfrm>
          <a:prstGeom prst="roundRect">
            <a:avLst>
              <a:gd name="adj" fmla="val 8763"/>
            </a:avLst>
          </a:prstGeom>
          <a:solidFill>
            <a:srgbClr val="FFFFFF">
              <a:alpha val="95000"/>
            </a:srgbClr>
          </a:solidFill>
          <a:ln w="14288">
            <a:solidFill>
              <a:srgbClr val="D8D4D4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6719441" y="2803327"/>
            <a:ext cx="57150" cy="782613"/>
          </a:xfrm>
          <a:prstGeom prst="roundRect">
            <a:avLst>
              <a:gd name="adj" fmla="val 10000"/>
            </a:avLst>
          </a:prstGeom>
          <a:solidFill>
            <a:srgbClr val="DA1B2E"/>
          </a:solidFill>
          <a:ln/>
        </p:spPr>
      </p:sp>
      <p:sp>
        <p:nvSpPr>
          <p:cNvPr id="30" name="Text 24"/>
          <p:cNvSpPr/>
          <p:nvPr/>
        </p:nvSpPr>
        <p:spPr>
          <a:xfrm>
            <a:off x="6914852" y="2941588"/>
            <a:ext cx="1599530" cy="5060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9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{{Card body 10}}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6119" y="495374"/>
            <a:ext cx="2017142" cy="190649"/>
          </a:xfrm>
          <a:prstGeom prst="roundRect">
            <a:avLst>
              <a:gd name="adj" fmla="val 2998"/>
            </a:avLst>
          </a:prstGeom>
          <a:solidFill>
            <a:srgbClr val="F9D2D6"/>
          </a:solidFill>
          <a:ln/>
        </p:spPr>
      </p:sp>
      <p:sp>
        <p:nvSpPr>
          <p:cNvPr id="3" name="Text 1"/>
          <p:cNvSpPr/>
          <p:nvPr/>
        </p:nvSpPr>
        <p:spPr>
          <a:xfrm>
            <a:off x="565175" y="529903"/>
            <a:ext cx="2336229" cy="1215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TEMPLATE — CARD-GRID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496119" y="715938"/>
            <a:ext cx="3739902" cy="3599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250" dirty="0">
                <a:solidFill>
                  <a:srgbClr val="1F1E1E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{{Slide title (h2) 1}}</a:t>
            </a:r>
            <a:endParaRPr lang="en-US" sz="2250" dirty="0"/>
          </a:p>
        </p:txBody>
      </p:sp>
      <p:sp>
        <p:nvSpPr>
          <p:cNvPr id="5" name="Shape 3"/>
          <p:cNvSpPr/>
          <p:nvPr/>
        </p:nvSpPr>
        <p:spPr>
          <a:xfrm>
            <a:off x="413147" y="1188169"/>
            <a:ext cx="4101331" cy="3223692"/>
          </a:xfrm>
          <a:prstGeom prst="roundRect">
            <a:avLst>
              <a:gd name="adj" fmla="val 536"/>
            </a:avLst>
          </a:prstGeom>
          <a:solidFill>
            <a:srgbClr val="DA1B2E">
              <a:alpha val="95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528265" y="1263030"/>
            <a:ext cx="1896963" cy="1799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{{Body paragraph 1}}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28265" y="1517824"/>
            <a:ext cx="3871094" cy="5701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{{Body paragraph 2}}</a:t>
            </a:r>
            <a:pPr algn="l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{{Body paragraph 3}}</a:t>
            </a:r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{{Body paragraph 4}}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28265" y="2155329"/>
            <a:ext cx="3871094" cy="3801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342900" indent="-342900">
              <a:lnSpc>
                <a:spcPct val="110000"/>
              </a:lnSpc>
              <a:buSzPct val="100000"/>
              <a:buChar char="•"/>
            </a:pPr>
            <a:r>
              <a:rPr lang="en-US" sz="9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{{Card body 1}}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28265" y="2602781"/>
            <a:ext cx="3871094" cy="447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spcAft>
                <a:spcPts val="2000"/>
              </a:spcAft>
              <a:buNone/>
            </a:pP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717256" y="1263030"/>
            <a:ext cx="2443609" cy="1799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1F1E1E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{{Body paragraph 5}}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717256" y="1584647"/>
            <a:ext cx="2298874" cy="143917"/>
          </a:xfrm>
          <a:prstGeom prst="roundRect">
            <a:avLst>
              <a:gd name="adj" fmla="val 3971"/>
            </a:avLst>
          </a:prstGeom>
          <a:solidFill>
            <a:srgbClr val="F2EEEE"/>
          </a:solidFill>
          <a:ln w="4763">
            <a:solidFill>
              <a:srgbClr val="D8D4D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717256" y="1584647"/>
            <a:ext cx="22920" cy="143917"/>
          </a:xfrm>
          <a:prstGeom prst="roundRect">
            <a:avLst>
              <a:gd name="adj" fmla="val 24935"/>
            </a:avLst>
          </a:prstGeom>
          <a:solidFill>
            <a:srgbClr val="DA1B2E"/>
          </a:solidFill>
          <a:ln/>
        </p:spPr>
      </p:sp>
      <p:sp>
        <p:nvSpPr>
          <p:cNvPr id="13" name="Text 11"/>
          <p:cNvSpPr/>
          <p:nvPr/>
        </p:nvSpPr>
        <p:spPr>
          <a:xfrm>
            <a:off x="7102450" y="1584573"/>
            <a:ext cx="172789" cy="1439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110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{{Body paragraph 6}}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717256" y="1842195"/>
            <a:ext cx="1439763" cy="1799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{{Body paragraph 7}}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717256" y="2229371"/>
            <a:ext cx="2298874" cy="143917"/>
          </a:xfrm>
          <a:prstGeom prst="roundRect">
            <a:avLst>
              <a:gd name="adj" fmla="val 3971"/>
            </a:avLst>
          </a:prstGeom>
          <a:solidFill>
            <a:srgbClr val="F2EEEE"/>
          </a:solidFill>
          <a:ln w="4763">
            <a:solidFill>
              <a:srgbClr val="D8D4D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717256" y="2229371"/>
            <a:ext cx="22920" cy="143917"/>
          </a:xfrm>
          <a:prstGeom prst="roundRect">
            <a:avLst>
              <a:gd name="adj" fmla="val 24935"/>
            </a:avLst>
          </a:prstGeom>
          <a:solidFill>
            <a:srgbClr val="DA1B2E"/>
          </a:solidFill>
          <a:ln/>
        </p:spPr>
      </p:sp>
      <p:sp>
        <p:nvSpPr>
          <p:cNvPr id="17" name="Text 15"/>
          <p:cNvSpPr/>
          <p:nvPr/>
        </p:nvSpPr>
        <p:spPr>
          <a:xfrm>
            <a:off x="7102450" y="2229296"/>
            <a:ext cx="172789" cy="1439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110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{{Body paragraph 8}}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717256" y="2486918"/>
            <a:ext cx="2331839" cy="1799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{{Body paragraph 9}}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717256" y="2874094"/>
            <a:ext cx="2298874" cy="143917"/>
          </a:xfrm>
          <a:prstGeom prst="roundRect">
            <a:avLst>
              <a:gd name="adj" fmla="val 3971"/>
            </a:avLst>
          </a:prstGeom>
          <a:solidFill>
            <a:srgbClr val="F2EEEE"/>
          </a:solidFill>
          <a:ln w="4763">
            <a:solidFill>
              <a:srgbClr val="D8D4D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717256" y="2874094"/>
            <a:ext cx="45913" cy="143917"/>
          </a:xfrm>
          <a:prstGeom prst="roundRect">
            <a:avLst>
              <a:gd name="adj" fmla="val 12447"/>
            </a:avLst>
          </a:prstGeom>
          <a:solidFill>
            <a:srgbClr val="DA1B2E"/>
          </a:solidFill>
          <a:ln/>
        </p:spPr>
      </p:sp>
      <p:sp>
        <p:nvSpPr>
          <p:cNvPr id="21" name="Text 19"/>
          <p:cNvSpPr/>
          <p:nvPr/>
        </p:nvSpPr>
        <p:spPr>
          <a:xfrm>
            <a:off x="7102450" y="2874020"/>
            <a:ext cx="172789" cy="1439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110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{{Body paragraph 10}}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717256" y="3131641"/>
            <a:ext cx="1813694" cy="1799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{{Body paragraph 11}}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717256" y="3518818"/>
            <a:ext cx="2212553" cy="143917"/>
          </a:xfrm>
          <a:prstGeom prst="roundRect">
            <a:avLst>
              <a:gd name="adj" fmla="val 3971"/>
            </a:avLst>
          </a:prstGeom>
          <a:solidFill>
            <a:srgbClr val="F2EEEE"/>
          </a:solidFill>
          <a:ln w="4763">
            <a:solidFill>
              <a:srgbClr val="D8D4D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717256" y="3518818"/>
            <a:ext cx="221233" cy="143917"/>
          </a:xfrm>
          <a:prstGeom prst="roundRect">
            <a:avLst>
              <a:gd name="adj" fmla="val 3971"/>
            </a:avLst>
          </a:prstGeom>
          <a:solidFill>
            <a:srgbClr val="DA1B2E"/>
          </a:solidFill>
          <a:ln/>
        </p:spPr>
      </p:sp>
      <p:sp>
        <p:nvSpPr>
          <p:cNvPr id="25" name="Text 23"/>
          <p:cNvSpPr/>
          <p:nvPr/>
        </p:nvSpPr>
        <p:spPr>
          <a:xfrm>
            <a:off x="7016130" y="3518743"/>
            <a:ext cx="259110" cy="1439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110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{{Body paragraph 12}}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717256" y="3776365"/>
            <a:ext cx="1439763" cy="1799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{{Body paragraph 13}}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717256" y="4040460"/>
            <a:ext cx="3935388" cy="3040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{{Card body 2}}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96119" y="4496023"/>
            <a:ext cx="8608963" cy="1520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{{Card body 3}}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15000" y="0"/>
            <a:ext cx="3429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96119" y="535335"/>
            <a:ext cx="2639913" cy="268635"/>
          </a:xfrm>
          <a:prstGeom prst="roundRect">
            <a:avLst>
              <a:gd name="adj" fmla="val 2127"/>
            </a:avLst>
          </a:prstGeom>
          <a:solidFill>
            <a:srgbClr val="F9D2D6"/>
          </a:solidFill>
          <a:ln/>
        </p:spPr>
      </p:sp>
      <p:sp>
        <p:nvSpPr>
          <p:cNvPr id="4" name="Text 1"/>
          <p:cNvSpPr/>
          <p:nvPr/>
        </p:nvSpPr>
        <p:spPr>
          <a:xfrm>
            <a:off x="586457" y="580504"/>
            <a:ext cx="2916436" cy="1782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3000"/>
              </a:lnSpc>
              <a:buNone/>
            </a:pPr>
            <a:r>
              <a:rPr lang="en-US" sz="90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TEMPLATE — CONTENT + IMAGE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496119" y="855166"/>
            <a:ext cx="4722763" cy="9413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950" dirty="0">
                <a:solidFill>
                  <a:srgbClr val="1F1E1E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{{Slide title (h2) 1}}</a:t>
            </a:r>
            <a:pPr algn="l" indent="0" marL="0">
              <a:lnSpc>
                <a:spcPct val="104000"/>
              </a:lnSpc>
              <a:buNone/>
            </a:pPr>
            <a:r>
              <a:rPr lang="en-US" sz="2950" strike="sngStrike" dirty="0">
                <a:solidFill>
                  <a:srgbClr val="1F1E1E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{{Slide title (h2) 2}}</a:t>
            </a:r>
            <a:pPr algn="l" indent="0" marL="0">
              <a:lnSpc>
                <a:spcPct val="104000"/>
              </a:lnSpc>
              <a:buNone/>
            </a:pPr>
            <a:r>
              <a:rPr lang="en-US" sz="2950" dirty="0">
                <a:solidFill>
                  <a:srgbClr val="1F1E1E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{{Slide title (h2) 3}}</a:t>
            </a:r>
            <a:endParaRPr lang="en-US" sz="2950" dirty="0"/>
          </a:p>
        </p:txBody>
      </p:sp>
      <p:sp>
        <p:nvSpPr>
          <p:cNvPr id="6" name="Text 3"/>
          <p:cNvSpPr/>
          <p:nvPr/>
        </p:nvSpPr>
        <p:spPr>
          <a:xfrm>
            <a:off x="722040" y="2132484"/>
            <a:ext cx="4496842" cy="111435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3000"/>
              </a:lnSpc>
              <a:buNone/>
            </a:pPr>
            <a:r>
              <a:rPr lang="en-US" sz="11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{{Body paragraph 1}}</a:t>
            </a:r>
            <a:pPr algn="l" indent="0" marL="0">
              <a:lnSpc>
                <a:spcPct val="123000"/>
              </a:lnSpc>
              <a:buNone/>
            </a:pPr>
            <a:r>
              <a:rPr lang="en-US" sz="1150" i="1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{{Body paragraph 2}}</a:t>
            </a:r>
            <a:pPr algn="l" indent="0" marL="0">
              <a:lnSpc>
                <a:spcPct val="123000"/>
              </a:lnSpc>
              <a:buNone/>
            </a:pPr>
            <a:r>
              <a:rPr lang="en-US" sz="11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{{Body paragraph 3}}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96119" y="1988493"/>
            <a:ext cx="19050" cy="1402333"/>
          </a:xfrm>
          <a:prstGeom prst="rect">
            <a:avLst/>
          </a:prstGeom>
          <a:solidFill>
            <a:srgbClr val="DA1B2E"/>
          </a:solidFill>
          <a:ln/>
        </p:spPr>
      </p:sp>
      <p:sp>
        <p:nvSpPr>
          <p:cNvPr id="8" name="Shape 5"/>
          <p:cNvSpPr/>
          <p:nvPr/>
        </p:nvSpPr>
        <p:spPr>
          <a:xfrm>
            <a:off x="496119" y="3534817"/>
            <a:ext cx="2297385" cy="1073348"/>
          </a:xfrm>
          <a:prstGeom prst="roundRect">
            <a:avLst>
              <a:gd name="adj" fmla="val 532"/>
            </a:avLst>
          </a:prstGeom>
          <a:solidFill>
            <a:srgbClr val="F2EEEE"/>
          </a:solidFill>
          <a:ln w="4763">
            <a:solidFill>
              <a:srgbClr val="D8D4D4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51495" y="3690193"/>
            <a:ext cx="1882825" cy="240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450" dirty="0">
                <a:solidFill>
                  <a:srgbClr val="DA1B2E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■</a:t>
            </a:r>
            <a:pPr algn="l" indent="0" marL="0">
              <a:lnSpc>
                <a:spcPct val="104000"/>
              </a:lnSpc>
              <a:buNone/>
            </a:pPr>
            <a:r>
              <a:rPr lang="en-US" sz="145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{{Card heading 1}}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651495" y="4007048"/>
            <a:ext cx="1986632" cy="4457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3000"/>
              </a:lnSpc>
              <a:buNone/>
            </a:pPr>
            <a:r>
              <a:rPr lang="en-US" sz="11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{{Body paragraph 4}}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2921496" y="3534817"/>
            <a:ext cx="2297385" cy="1073348"/>
          </a:xfrm>
          <a:prstGeom prst="roundRect">
            <a:avLst>
              <a:gd name="adj" fmla="val 532"/>
            </a:avLst>
          </a:prstGeom>
          <a:solidFill>
            <a:srgbClr val="F2EEEE"/>
          </a:solidFill>
          <a:ln w="4763">
            <a:solidFill>
              <a:srgbClr val="D8D4D4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076873" y="3690193"/>
            <a:ext cx="1882825" cy="240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450" dirty="0">
                <a:solidFill>
                  <a:srgbClr val="DA1B2E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✚</a:t>
            </a:r>
            <a:pPr algn="l" indent="0" marL="0">
              <a:lnSpc>
                <a:spcPct val="104000"/>
              </a:lnSpc>
              <a:buNone/>
            </a:pPr>
            <a:r>
              <a:rPr lang="en-US" sz="145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{{Card heading 2}}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3076873" y="4007048"/>
            <a:ext cx="1986632" cy="4457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3000"/>
              </a:lnSpc>
              <a:buNone/>
            </a:pPr>
            <a:r>
              <a:rPr lang="en-US" sz="11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{{Body paragraph 5}}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6119" y="489198"/>
            <a:ext cx="2483569" cy="248245"/>
          </a:xfrm>
          <a:prstGeom prst="roundRect">
            <a:avLst>
              <a:gd name="adj" fmla="val 2302"/>
            </a:avLst>
          </a:prstGeom>
          <a:solidFill>
            <a:srgbClr val="F9D2D6"/>
          </a:solidFill>
          <a:ln/>
        </p:spPr>
      </p:sp>
      <p:sp>
        <p:nvSpPr>
          <p:cNvPr id="3" name="Text 1"/>
          <p:cNvSpPr/>
          <p:nvPr/>
        </p:nvSpPr>
        <p:spPr>
          <a:xfrm>
            <a:off x="581174" y="531688"/>
            <a:ext cx="2770659" cy="1632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TEMPLATE — CONTENT + CARDS + IMAGE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496119" y="782762"/>
            <a:ext cx="4284911" cy="442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750" dirty="0">
                <a:solidFill>
                  <a:srgbClr val="1F1E1E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{{Slide title (h2) 1}}</a:t>
            </a:r>
            <a:endParaRPr lang="en-US" sz="2750" dirty="0"/>
          </a:p>
        </p:txBody>
      </p:sp>
      <p:sp>
        <p:nvSpPr>
          <p:cNvPr id="5" name="Text 3"/>
          <p:cNvSpPr/>
          <p:nvPr/>
        </p:nvSpPr>
        <p:spPr>
          <a:xfrm>
            <a:off x="496119" y="1509266"/>
            <a:ext cx="2582838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50" dirty="0">
                <a:solidFill>
                  <a:srgbClr val="1F1E1E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{{Card heading 1}}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496119" y="1844129"/>
            <a:ext cx="3902943" cy="8164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{{Body paragraph 1}}</a:t>
            </a:r>
            <a:pPr algn="l"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{{Body paragraph 2}}</a:t>
            </a:r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{{Body paragraph 3}}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96119" y="2788146"/>
            <a:ext cx="3902943" cy="729928"/>
          </a:xfrm>
          <a:prstGeom prst="roundRect">
            <a:avLst>
              <a:gd name="adj" fmla="val 783"/>
            </a:avLst>
          </a:prstGeom>
          <a:solidFill>
            <a:srgbClr val="F7BBC1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5587" y="2988915"/>
            <a:ext cx="141759" cy="141759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56816" y="2936974"/>
            <a:ext cx="3300487" cy="4082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{{Body paragraph 4}}</a:t>
            </a:r>
            <a:pPr algn="l"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{{Body paragraph 5}}</a:t>
            </a:r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{{Body paragraph 6}}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496119" y="3645619"/>
            <a:ext cx="4360143" cy="2041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{{Body paragraph 7}}</a:t>
            </a:r>
            <a:pPr algn="l" indent="0" marL="0">
              <a:lnSpc>
                <a:spcPct val="120000"/>
              </a:lnSpc>
              <a:buNone/>
            </a:pPr>
            <a:r>
              <a:rPr lang="en-US" sz="1100" u="sng" dirty="0">
                <a:solidFill>
                  <a:srgbClr val="DA1B2E"/>
                </a:solidFill>
                <a:latin typeface="Roboto" pitchFamily="34" charset="0"/>
                <a:ea typeface="Roboto" pitchFamily="34" charset="-122"/>
                <a:cs typeface="Roboto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{{Body paragraph 8}}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4749701" y="1509266"/>
            <a:ext cx="2689101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50" dirty="0">
                <a:solidFill>
                  <a:srgbClr val="1F1E1E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{{Card heading 2}}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4749701" y="1858268"/>
            <a:ext cx="1894731" cy="1490290"/>
          </a:xfrm>
          <a:prstGeom prst="roundRect">
            <a:avLst>
              <a:gd name="adj" fmla="val 383"/>
            </a:avLst>
          </a:prstGeom>
          <a:solidFill>
            <a:srgbClr val="FFFFFF">
              <a:alpha val="95000"/>
            </a:srgbClr>
          </a:solidFill>
          <a:ln w="19050">
            <a:solidFill>
              <a:srgbClr val="D8D4D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910510" y="2019077"/>
            <a:ext cx="1573113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5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{{Card heading 3}}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4910510" y="2353940"/>
            <a:ext cx="1573113" cy="6123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{{Body paragraph 9}}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757839" y="1858268"/>
            <a:ext cx="1894805" cy="1490290"/>
          </a:xfrm>
          <a:prstGeom prst="roundRect">
            <a:avLst>
              <a:gd name="adj" fmla="val 383"/>
            </a:avLst>
          </a:prstGeom>
          <a:solidFill>
            <a:srgbClr val="FFFFFF">
              <a:alpha val="95000"/>
            </a:srgbClr>
          </a:solidFill>
          <a:ln w="19050">
            <a:solidFill>
              <a:srgbClr val="D8D4D4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918647" y="2019077"/>
            <a:ext cx="1573188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5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{{Card heading 4}}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6918647" y="2575396"/>
            <a:ext cx="1573188" cy="6123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{{Body paragraph 10}}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749701" y="3461965"/>
            <a:ext cx="3902943" cy="1064716"/>
          </a:xfrm>
          <a:prstGeom prst="roundRect">
            <a:avLst>
              <a:gd name="adj" fmla="val 537"/>
            </a:avLst>
          </a:prstGeom>
          <a:solidFill>
            <a:srgbClr val="FFFFFF">
              <a:alpha val="95000"/>
            </a:srgbClr>
          </a:solidFill>
          <a:ln w="19050">
            <a:solidFill>
              <a:srgbClr val="D8D4D4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910510" y="3622774"/>
            <a:ext cx="1772022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5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{{Card heading 5}}</a:t>
            </a:r>
            <a:endParaRPr lang="en-US" sz="1350" dirty="0"/>
          </a:p>
        </p:txBody>
      </p:sp>
      <p:sp>
        <p:nvSpPr>
          <p:cNvPr id="20" name="Text 17"/>
          <p:cNvSpPr/>
          <p:nvPr/>
        </p:nvSpPr>
        <p:spPr>
          <a:xfrm>
            <a:off x="4910510" y="3957637"/>
            <a:ext cx="3581326" cy="4082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{{Body paragraph 11}}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6119" y="608558"/>
            <a:ext cx="2794843" cy="289471"/>
          </a:xfrm>
          <a:prstGeom prst="roundRect">
            <a:avLst>
              <a:gd name="adj" fmla="val 1974"/>
            </a:avLst>
          </a:prstGeom>
          <a:solidFill>
            <a:srgbClr val="F9D2D6"/>
          </a:solidFill>
          <a:ln/>
        </p:spPr>
      </p:sp>
      <p:sp>
        <p:nvSpPr>
          <p:cNvPr id="3" name="Text 1"/>
          <p:cNvSpPr/>
          <p:nvPr/>
        </p:nvSpPr>
        <p:spPr>
          <a:xfrm>
            <a:off x="591741" y="656332"/>
            <a:ext cx="3060799" cy="1939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7000"/>
              </a:lnSpc>
              <a:buNone/>
            </a:pPr>
            <a:r>
              <a:rPr lang="en-US" sz="100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TEMPLATE — CONTENT + IMAGE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96119" y="955402"/>
            <a:ext cx="8151763" cy="9967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100" dirty="0">
                <a:solidFill>
                  <a:srgbClr val="1F1E1E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{{Slide title (h2) 1}}</a:t>
            </a:r>
            <a:endParaRPr lang="en-US" sz="31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6119" y="2167384"/>
            <a:ext cx="398711" cy="398711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96119" y="2745507"/>
            <a:ext cx="1993553" cy="249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55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{{Card heading 1}}</a:t>
            </a:r>
            <a:endParaRPr lang="en-US" sz="1550" dirty="0"/>
          </a:p>
        </p:txBody>
      </p:sp>
      <p:sp>
        <p:nvSpPr>
          <p:cNvPr id="7" name="Text 4"/>
          <p:cNvSpPr/>
          <p:nvPr/>
        </p:nvSpPr>
        <p:spPr>
          <a:xfrm>
            <a:off x="496119" y="3080742"/>
            <a:ext cx="2597646" cy="727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7000"/>
              </a:lnSpc>
              <a:buNone/>
            </a:pPr>
            <a:r>
              <a:rPr lang="en-US" sz="12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{{Body paragraph 1}}</a:t>
            </a:r>
            <a:endParaRPr lang="en-US" sz="125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273177" y="2167384"/>
            <a:ext cx="398711" cy="398711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3273177" y="2745507"/>
            <a:ext cx="1993553" cy="249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55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{{Card heading 2}}</a:t>
            </a:r>
            <a:endParaRPr lang="en-US" sz="1550" dirty="0"/>
          </a:p>
        </p:txBody>
      </p:sp>
      <p:sp>
        <p:nvSpPr>
          <p:cNvPr id="10" name="Text 6"/>
          <p:cNvSpPr/>
          <p:nvPr/>
        </p:nvSpPr>
        <p:spPr>
          <a:xfrm>
            <a:off x="3273177" y="3080742"/>
            <a:ext cx="2597646" cy="145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7000"/>
              </a:lnSpc>
              <a:buNone/>
            </a:pPr>
            <a:r>
              <a:rPr lang="en-US" sz="12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{{Body paragraph 2}}</a:t>
            </a:r>
            <a:endParaRPr lang="en-US" sz="1250" dirty="0"/>
          </a:p>
        </p:txBody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050235" y="2167384"/>
            <a:ext cx="398711" cy="398711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6050235" y="2745507"/>
            <a:ext cx="2033811" cy="249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55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{{Card heading 3}}</a:t>
            </a:r>
            <a:endParaRPr lang="en-US" sz="1550" dirty="0"/>
          </a:p>
        </p:txBody>
      </p:sp>
      <p:sp>
        <p:nvSpPr>
          <p:cNvPr id="13" name="Text 8"/>
          <p:cNvSpPr/>
          <p:nvPr/>
        </p:nvSpPr>
        <p:spPr>
          <a:xfrm>
            <a:off x="6050235" y="3080742"/>
            <a:ext cx="2597646" cy="145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7000"/>
              </a:lnSpc>
              <a:buNone/>
            </a:pPr>
            <a:r>
              <a:rPr lang="en-US" sz="12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{{Body paragraph 3}}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80640" y="515838"/>
            <a:ext cx="1955081" cy="183207"/>
          </a:xfrm>
          <a:prstGeom prst="roundRect">
            <a:avLst>
              <a:gd name="adj" fmla="val 3119"/>
            </a:avLst>
          </a:prstGeom>
          <a:solidFill>
            <a:srgbClr val="F9D2D6"/>
          </a:solidFill>
          <a:ln/>
        </p:spPr>
      </p:sp>
      <p:sp>
        <p:nvSpPr>
          <p:cNvPr id="3" name="Text 1"/>
          <p:cNvSpPr/>
          <p:nvPr/>
        </p:nvSpPr>
        <p:spPr>
          <a:xfrm>
            <a:off x="547539" y="549250"/>
            <a:ext cx="2278484" cy="1163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70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TEMPLATE — CONTENT + IMAGE (DENSE)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480640" y="727100"/>
            <a:ext cx="5310932" cy="3487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150" dirty="0">
                <a:solidFill>
                  <a:srgbClr val="1F1E1E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{{Slide title (h2) 1}}</a:t>
            </a:r>
            <a:endParaRPr lang="en-US" sz="2150" dirty="0"/>
          </a:p>
        </p:txBody>
      </p:sp>
      <p:sp>
        <p:nvSpPr>
          <p:cNvPr id="5" name="Shape 3"/>
          <p:cNvSpPr/>
          <p:nvPr/>
        </p:nvSpPr>
        <p:spPr>
          <a:xfrm>
            <a:off x="400273" y="1181174"/>
            <a:ext cx="3693244" cy="3446413"/>
          </a:xfrm>
          <a:prstGeom prst="roundRect">
            <a:avLst>
              <a:gd name="adj" fmla="val 486"/>
            </a:avLst>
          </a:prstGeom>
          <a:solidFill>
            <a:srgbClr val="DA1B2E">
              <a:alpha val="95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511820" y="1251421"/>
            <a:ext cx="1879104" cy="1742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{{Body paragraph 1}}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11820" y="1495946"/>
            <a:ext cx="3470151" cy="4364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{{Caption / fine print 1}}</a:t>
            </a:r>
            <a:endParaRPr lang="en-US" sz="85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11820" y="2011412"/>
            <a:ext cx="223168" cy="22316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22796" y="2049735"/>
            <a:ext cx="1756470" cy="1742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{{Body paragraph 2}}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22796" y="2294260"/>
            <a:ext cx="3159175" cy="2909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{{Caption / fine print 2}}</a:t>
            </a:r>
            <a:endParaRPr lang="en-US" sz="85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11820" y="2725713"/>
            <a:ext cx="223168" cy="22316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822796" y="2764036"/>
            <a:ext cx="2174677" cy="1742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{{Body paragraph 3}}</a:t>
            </a:r>
            <a:endParaRPr lang="en-US" sz="1050" dirty="0"/>
          </a:p>
        </p:txBody>
      </p:sp>
      <p:sp>
        <p:nvSpPr>
          <p:cNvPr id="13" name="Text 9"/>
          <p:cNvSpPr/>
          <p:nvPr/>
        </p:nvSpPr>
        <p:spPr>
          <a:xfrm>
            <a:off x="822796" y="3008561"/>
            <a:ext cx="3159175" cy="2909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{{Caption / fine print 3}}</a:t>
            </a:r>
            <a:endParaRPr lang="en-US" sz="85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11820" y="3440013"/>
            <a:ext cx="223168" cy="22316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822796" y="3478337"/>
            <a:ext cx="1756470" cy="1742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{{Body paragraph 4}}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822796" y="3722861"/>
            <a:ext cx="3159175" cy="2909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{{Caption / fine print 4}}</a:t>
            </a:r>
            <a:endParaRPr lang="en-US" sz="850" dirty="0"/>
          </a:p>
        </p:txBody>
      </p:sp>
      <p:sp>
        <p:nvSpPr>
          <p:cNvPr id="17" name="Text 12"/>
          <p:cNvSpPr/>
          <p:nvPr/>
        </p:nvSpPr>
        <p:spPr>
          <a:xfrm>
            <a:off x="4290120" y="1251421"/>
            <a:ext cx="2548235" cy="1742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1F1E1E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{{Body paragraph 5}}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4290120" y="1504727"/>
            <a:ext cx="4378003" cy="3043833"/>
          </a:xfrm>
          <a:prstGeom prst="roundRect">
            <a:avLst>
              <a:gd name="adj" fmla="val 188"/>
            </a:avLst>
          </a:prstGeom>
          <a:solidFill>
            <a:srgbClr val="F2EEEE"/>
          </a:solidFill>
          <a:ln w="4763">
            <a:solidFill>
              <a:srgbClr val="D8D4D4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4294882" y="1509489"/>
            <a:ext cx="4368478" cy="758577"/>
          </a:xfrm>
          <a:prstGeom prst="roundRect">
            <a:avLst>
              <a:gd name="adj" fmla="val 753"/>
            </a:avLst>
          </a:prstGeom>
          <a:solidFill>
            <a:srgbClr val="F2EEEE"/>
          </a:solidFill>
          <a:ln/>
        </p:spPr>
      </p:sp>
      <p:sp>
        <p:nvSpPr>
          <p:cNvPr id="20" name="Text 15"/>
          <p:cNvSpPr/>
          <p:nvPr/>
        </p:nvSpPr>
        <p:spPr>
          <a:xfrm>
            <a:off x="4406429" y="1621036"/>
            <a:ext cx="1421904" cy="1742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{{Body paragraph 6}}</a:t>
            </a:r>
            <a:endParaRPr lang="en-US" sz="1050" dirty="0"/>
          </a:p>
        </p:txBody>
      </p:sp>
      <p:sp>
        <p:nvSpPr>
          <p:cNvPr id="21" name="Text 16"/>
          <p:cNvSpPr/>
          <p:nvPr/>
        </p:nvSpPr>
        <p:spPr>
          <a:xfrm>
            <a:off x="4406429" y="1865561"/>
            <a:ext cx="4145384" cy="2909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8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{{Caption / fine print 5}}</a:t>
            </a:r>
            <a:endParaRPr lang="en-US" sz="850" dirty="0"/>
          </a:p>
        </p:txBody>
      </p:sp>
      <p:sp>
        <p:nvSpPr>
          <p:cNvPr id="22" name="Shape 17"/>
          <p:cNvSpPr/>
          <p:nvPr/>
        </p:nvSpPr>
        <p:spPr>
          <a:xfrm>
            <a:off x="4294882" y="2268066"/>
            <a:ext cx="4368478" cy="758577"/>
          </a:xfrm>
          <a:prstGeom prst="rect">
            <a:avLst/>
          </a:prstGeom>
          <a:solidFill>
            <a:srgbClr val="F2EEEE"/>
          </a:solidFill>
          <a:ln/>
        </p:spPr>
      </p:sp>
      <p:sp>
        <p:nvSpPr>
          <p:cNvPr id="23" name="Shape 18"/>
          <p:cNvSpPr/>
          <p:nvPr/>
        </p:nvSpPr>
        <p:spPr>
          <a:xfrm>
            <a:off x="4294882" y="2268066"/>
            <a:ext cx="4368478" cy="14288"/>
          </a:xfrm>
          <a:prstGeom prst="roundRect">
            <a:avLst>
              <a:gd name="adj" fmla="val 39999"/>
            </a:avLst>
          </a:prstGeom>
          <a:solidFill>
            <a:srgbClr val="D8D4D4"/>
          </a:solidFill>
          <a:ln/>
        </p:spPr>
      </p:sp>
      <p:sp>
        <p:nvSpPr>
          <p:cNvPr id="24" name="Text 19"/>
          <p:cNvSpPr/>
          <p:nvPr/>
        </p:nvSpPr>
        <p:spPr>
          <a:xfrm>
            <a:off x="4406429" y="2379613"/>
            <a:ext cx="2091035" cy="1742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{{Body paragraph 7}}</a:t>
            </a:r>
            <a:endParaRPr lang="en-US" sz="1050" dirty="0"/>
          </a:p>
        </p:txBody>
      </p:sp>
      <p:sp>
        <p:nvSpPr>
          <p:cNvPr id="25" name="Text 20"/>
          <p:cNvSpPr/>
          <p:nvPr/>
        </p:nvSpPr>
        <p:spPr>
          <a:xfrm>
            <a:off x="4406429" y="2624138"/>
            <a:ext cx="4145384" cy="2909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8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{{Caption / fine print 6}}</a:t>
            </a:r>
            <a:endParaRPr lang="en-US" sz="850" dirty="0"/>
          </a:p>
        </p:txBody>
      </p:sp>
      <p:sp>
        <p:nvSpPr>
          <p:cNvPr id="26" name="Shape 21"/>
          <p:cNvSpPr/>
          <p:nvPr/>
        </p:nvSpPr>
        <p:spPr>
          <a:xfrm>
            <a:off x="4294882" y="3026643"/>
            <a:ext cx="4368478" cy="758577"/>
          </a:xfrm>
          <a:prstGeom prst="rect">
            <a:avLst/>
          </a:prstGeom>
          <a:solidFill>
            <a:srgbClr val="F2EEEE"/>
          </a:solidFill>
          <a:ln/>
        </p:spPr>
      </p:sp>
      <p:sp>
        <p:nvSpPr>
          <p:cNvPr id="27" name="Shape 22"/>
          <p:cNvSpPr/>
          <p:nvPr/>
        </p:nvSpPr>
        <p:spPr>
          <a:xfrm>
            <a:off x="4294882" y="3026643"/>
            <a:ext cx="4368478" cy="14288"/>
          </a:xfrm>
          <a:prstGeom prst="roundRect">
            <a:avLst>
              <a:gd name="adj" fmla="val 39999"/>
            </a:avLst>
          </a:prstGeom>
          <a:solidFill>
            <a:srgbClr val="D8D4D4"/>
          </a:solidFill>
          <a:ln/>
        </p:spPr>
      </p:sp>
      <p:sp>
        <p:nvSpPr>
          <p:cNvPr id="28" name="Text 23"/>
          <p:cNvSpPr/>
          <p:nvPr/>
        </p:nvSpPr>
        <p:spPr>
          <a:xfrm>
            <a:off x="4406429" y="3138190"/>
            <a:ext cx="1923752" cy="1742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{{Body paragraph 8}}</a:t>
            </a:r>
            <a:endParaRPr lang="en-US" sz="1050" dirty="0"/>
          </a:p>
        </p:txBody>
      </p:sp>
      <p:sp>
        <p:nvSpPr>
          <p:cNvPr id="29" name="Text 24"/>
          <p:cNvSpPr/>
          <p:nvPr/>
        </p:nvSpPr>
        <p:spPr>
          <a:xfrm>
            <a:off x="4406429" y="3382714"/>
            <a:ext cx="4145384" cy="2909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8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{{Caption / fine print 7}}</a:t>
            </a:r>
            <a:endParaRPr lang="en-US" sz="850" dirty="0"/>
          </a:p>
        </p:txBody>
      </p:sp>
      <p:sp>
        <p:nvSpPr>
          <p:cNvPr id="30" name="Shape 25"/>
          <p:cNvSpPr/>
          <p:nvPr/>
        </p:nvSpPr>
        <p:spPr>
          <a:xfrm>
            <a:off x="4294882" y="3785220"/>
            <a:ext cx="4368478" cy="758577"/>
          </a:xfrm>
          <a:prstGeom prst="rect">
            <a:avLst/>
          </a:prstGeom>
          <a:solidFill>
            <a:srgbClr val="F2EEEE"/>
          </a:solidFill>
          <a:ln/>
        </p:spPr>
      </p:sp>
      <p:sp>
        <p:nvSpPr>
          <p:cNvPr id="31" name="Shape 26"/>
          <p:cNvSpPr/>
          <p:nvPr/>
        </p:nvSpPr>
        <p:spPr>
          <a:xfrm>
            <a:off x="4294882" y="3785220"/>
            <a:ext cx="4368478" cy="14288"/>
          </a:xfrm>
          <a:prstGeom prst="roundRect">
            <a:avLst>
              <a:gd name="adj" fmla="val 39999"/>
            </a:avLst>
          </a:prstGeom>
          <a:solidFill>
            <a:srgbClr val="D8D4D4"/>
          </a:solidFill>
          <a:ln/>
        </p:spPr>
      </p:sp>
      <p:sp>
        <p:nvSpPr>
          <p:cNvPr id="32" name="Text 27"/>
          <p:cNvSpPr/>
          <p:nvPr/>
        </p:nvSpPr>
        <p:spPr>
          <a:xfrm>
            <a:off x="4406429" y="3896767"/>
            <a:ext cx="1394817" cy="1742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{{Body paragraph 9}}</a:t>
            </a:r>
            <a:endParaRPr lang="en-US" sz="1050" dirty="0"/>
          </a:p>
        </p:txBody>
      </p:sp>
      <p:sp>
        <p:nvSpPr>
          <p:cNvPr id="33" name="Text 28"/>
          <p:cNvSpPr/>
          <p:nvPr/>
        </p:nvSpPr>
        <p:spPr>
          <a:xfrm>
            <a:off x="4406429" y="4141291"/>
            <a:ext cx="4145384" cy="2909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8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{{Caption / fine print 8}}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0840" y="431899"/>
            <a:ext cx="1671414" cy="150986"/>
          </a:xfrm>
          <a:prstGeom prst="roundRect">
            <a:avLst>
              <a:gd name="adj" fmla="val 3785"/>
            </a:avLst>
          </a:prstGeom>
          <a:solidFill>
            <a:srgbClr val="F9D2D6"/>
          </a:solidFill>
          <a:ln/>
        </p:spPr>
      </p:sp>
      <p:sp>
        <p:nvSpPr>
          <p:cNvPr id="3" name="Text 1"/>
          <p:cNvSpPr/>
          <p:nvPr/>
        </p:nvSpPr>
        <p:spPr>
          <a:xfrm>
            <a:off x="468064" y="460474"/>
            <a:ext cx="2014165" cy="938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60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TEMPLATE — IMAGE-GRID + CARD-GRID</a:t>
            </a:r>
            <a:endParaRPr lang="en-US" sz="600" dirty="0"/>
          </a:p>
        </p:txBody>
      </p:sp>
      <p:sp>
        <p:nvSpPr>
          <p:cNvPr id="4" name="Text 2"/>
          <p:cNvSpPr/>
          <p:nvPr/>
        </p:nvSpPr>
        <p:spPr>
          <a:xfrm>
            <a:off x="410840" y="603424"/>
            <a:ext cx="7038752" cy="2981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50" dirty="0">
                <a:solidFill>
                  <a:srgbClr val="1F1E1E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{{Card heading 1}}</a:t>
            </a:r>
            <a:endParaRPr lang="en-US" sz="18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10840" y="1036290"/>
            <a:ext cx="190723" cy="19072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10840" y="1291158"/>
            <a:ext cx="1501378" cy="1489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{{Card body 1}}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10840" y="1491481"/>
            <a:ext cx="3617044" cy="1173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7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{{Caption / fine print 1}}</a:t>
            </a:r>
            <a:endParaRPr lang="en-US" sz="75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10840" y="1711523"/>
            <a:ext cx="190723" cy="190723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410840" y="1966392"/>
            <a:ext cx="2573834" cy="1489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{{Card body 2}}</a:t>
            </a:r>
            <a:endParaRPr lang="en-US" sz="900" dirty="0"/>
          </a:p>
        </p:txBody>
      </p:sp>
      <p:sp>
        <p:nvSpPr>
          <p:cNvPr id="10" name="Text 6"/>
          <p:cNvSpPr/>
          <p:nvPr/>
        </p:nvSpPr>
        <p:spPr>
          <a:xfrm>
            <a:off x="410840" y="2166714"/>
            <a:ext cx="3617044" cy="1173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7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{{Caption / fine print 2}}</a:t>
            </a:r>
            <a:endParaRPr lang="en-US" sz="750" dirty="0"/>
          </a:p>
        </p:txBody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10840" y="2386757"/>
            <a:ext cx="190723" cy="190723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410840" y="2641625"/>
            <a:ext cx="1192337" cy="1489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{{Card body 3}}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410840" y="2841947"/>
            <a:ext cx="3617044" cy="1173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7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{{Caption / fine print 3}}</a:t>
            </a:r>
            <a:endParaRPr lang="en-US" sz="750" dirty="0"/>
          </a:p>
        </p:txBody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10840" y="3061990"/>
            <a:ext cx="190723" cy="190723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410840" y="3316858"/>
            <a:ext cx="1192337" cy="1489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{{Card body 4}}</a:t>
            </a:r>
            <a:endParaRPr lang="en-US" sz="900" dirty="0"/>
          </a:p>
        </p:txBody>
      </p:sp>
      <p:sp>
        <p:nvSpPr>
          <p:cNvPr id="16" name="Text 10"/>
          <p:cNvSpPr/>
          <p:nvPr/>
        </p:nvSpPr>
        <p:spPr>
          <a:xfrm>
            <a:off x="410840" y="3517181"/>
            <a:ext cx="3617044" cy="1173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7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{{Caption / fine print 4}}</a:t>
            </a:r>
            <a:endParaRPr lang="en-US" sz="750" dirty="0"/>
          </a:p>
        </p:txBody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10840" y="3737223"/>
            <a:ext cx="190723" cy="190723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410840" y="3992091"/>
            <a:ext cx="1858863" cy="1489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{{Card body 5}}</a:t>
            </a:r>
            <a:endParaRPr lang="en-US" sz="900" dirty="0"/>
          </a:p>
        </p:txBody>
      </p:sp>
      <p:sp>
        <p:nvSpPr>
          <p:cNvPr id="19" name="Text 12"/>
          <p:cNvSpPr/>
          <p:nvPr/>
        </p:nvSpPr>
        <p:spPr>
          <a:xfrm>
            <a:off x="410840" y="4192414"/>
            <a:ext cx="3617044" cy="1173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7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{{Caption / fine print 5}}</a:t>
            </a:r>
            <a:endParaRPr lang="en-US" sz="750" dirty="0"/>
          </a:p>
        </p:txBody>
      </p:sp>
      <p:sp>
        <p:nvSpPr>
          <p:cNvPr id="20" name="Shape 13"/>
          <p:cNvSpPr/>
          <p:nvPr/>
        </p:nvSpPr>
        <p:spPr>
          <a:xfrm>
            <a:off x="4196581" y="978545"/>
            <a:ext cx="4609951" cy="3388965"/>
          </a:xfrm>
          <a:prstGeom prst="roundRect">
            <a:avLst>
              <a:gd name="adj" fmla="val 422"/>
            </a:avLst>
          </a:prstGeom>
          <a:solidFill>
            <a:srgbClr val="DA1B2E">
              <a:alpha val="95000"/>
            </a:srgbClr>
          </a:solidFill>
          <a:ln/>
        </p:spPr>
      </p:sp>
      <p:sp>
        <p:nvSpPr>
          <p:cNvPr id="21" name="Text 14"/>
          <p:cNvSpPr/>
          <p:nvPr/>
        </p:nvSpPr>
        <p:spPr>
          <a:xfrm>
            <a:off x="4291905" y="1029891"/>
            <a:ext cx="2816498" cy="1489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{{Card body 6}}</a:t>
            </a:r>
            <a:endParaRPr lang="en-US" sz="900" dirty="0"/>
          </a:p>
        </p:txBody>
      </p:sp>
      <p:sp>
        <p:nvSpPr>
          <p:cNvPr id="22" name="Shape 15"/>
          <p:cNvSpPr/>
          <p:nvPr/>
        </p:nvSpPr>
        <p:spPr>
          <a:xfrm>
            <a:off x="4291905" y="1236613"/>
            <a:ext cx="4419302" cy="517847"/>
          </a:xfrm>
          <a:prstGeom prst="roundRect">
            <a:avLst>
              <a:gd name="adj" fmla="val 1104"/>
            </a:avLst>
          </a:prstGeom>
          <a:solidFill>
            <a:srgbClr val="F2EEEE"/>
          </a:solidFill>
          <a:ln w="4763">
            <a:solidFill>
              <a:srgbClr val="D8D4D4"/>
            </a:solidFill>
            <a:prstDash val="solid"/>
          </a:ln>
        </p:spPr>
      </p:sp>
      <p:sp>
        <p:nvSpPr>
          <p:cNvPr id="23" name="Text 16"/>
          <p:cNvSpPr/>
          <p:nvPr/>
        </p:nvSpPr>
        <p:spPr>
          <a:xfrm>
            <a:off x="4391992" y="1336700"/>
            <a:ext cx="1501378" cy="1489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{{Card body 7}}</a:t>
            </a:r>
            <a:endParaRPr lang="en-US" sz="900" dirty="0"/>
          </a:p>
        </p:txBody>
      </p:sp>
      <p:sp>
        <p:nvSpPr>
          <p:cNvPr id="24" name="Text 17"/>
          <p:cNvSpPr/>
          <p:nvPr/>
        </p:nvSpPr>
        <p:spPr>
          <a:xfrm>
            <a:off x="4391992" y="1537022"/>
            <a:ext cx="4219129" cy="1173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75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{{Caption / fine print 6}}</a:t>
            </a:r>
            <a:endParaRPr lang="en-US" sz="750" dirty="0"/>
          </a:p>
        </p:txBody>
      </p:sp>
      <p:sp>
        <p:nvSpPr>
          <p:cNvPr id="25" name="Shape 18"/>
          <p:cNvSpPr/>
          <p:nvPr/>
        </p:nvSpPr>
        <p:spPr>
          <a:xfrm>
            <a:off x="4291905" y="1805806"/>
            <a:ext cx="4419302" cy="517847"/>
          </a:xfrm>
          <a:prstGeom prst="roundRect">
            <a:avLst>
              <a:gd name="adj" fmla="val 1104"/>
            </a:avLst>
          </a:prstGeom>
          <a:solidFill>
            <a:srgbClr val="F2EEEE"/>
          </a:solidFill>
          <a:ln w="4763">
            <a:solidFill>
              <a:srgbClr val="D8D4D4"/>
            </a:solidFill>
            <a:prstDash val="solid"/>
          </a:ln>
        </p:spPr>
      </p:sp>
      <p:sp>
        <p:nvSpPr>
          <p:cNvPr id="26" name="Text 19"/>
          <p:cNvSpPr/>
          <p:nvPr/>
        </p:nvSpPr>
        <p:spPr>
          <a:xfrm>
            <a:off x="4391992" y="1905893"/>
            <a:ext cx="1644402" cy="1489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{{Card body 8}}</a:t>
            </a:r>
            <a:endParaRPr lang="en-US" sz="900" dirty="0"/>
          </a:p>
        </p:txBody>
      </p:sp>
      <p:sp>
        <p:nvSpPr>
          <p:cNvPr id="27" name="Text 20"/>
          <p:cNvSpPr/>
          <p:nvPr/>
        </p:nvSpPr>
        <p:spPr>
          <a:xfrm>
            <a:off x="4391992" y="2106216"/>
            <a:ext cx="4219129" cy="1173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75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{{Caption / fine print 7}}</a:t>
            </a:r>
            <a:endParaRPr lang="en-US" sz="750" dirty="0"/>
          </a:p>
        </p:txBody>
      </p:sp>
      <p:sp>
        <p:nvSpPr>
          <p:cNvPr id="28" name="Shape 21"/>
          <p:cNvSpPr/>
          <p:nvPr/>
        </p:nvSpPr>
        <p:spPr>
          <a:xfrm>
            <a:off x="4291905" y="2374999"/>
            <a:ext cx="4419302" cy="517847"/>
          </a:xfrm>
          <a:prstGeom prst="roundRect">
            <a:avLst>
              <a:gd name="adj" fmla="val 1104"/>
            </a:avLst>
          </a:prstGeom>
          <a:solidFill>
            <a:srgbClr val="F2EEEE"/>
          </a:solidFill>
          <a:ln w="4763">
            <a:solidFill>
              <a:srgbClr val="D8D4D4"/>
            </a:solidFill>
            <a:prstDash val="solid"/>
          </a:ln>
        </p:spPr>
      </p:sp>
      <p:sp>
        <p:nvSpPr>
          <p:cNvPr id="29" name="Text 22"/>
          <p:cNvSpPr/>
          <p:nvPr/>
        </p:nvSpPr>
        <p:spPr>
          <a:xfrm>
            <a:off x="4391992" y="2475086"/>
            <a:ext cx="1286917" cy="1489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{{Card body 9}}</a:t>
            </a:r>
            <a:endParaRPr lang="en-US" sz="900" dirty="0"/>
          </a:p>
        </p:txBody>
      </p:sp>
      <p:sp>
        <p:nvSpPr>
          <p:cNvPr id="30" name="Text 23"/>
          <p:cNvSpPr/>
          <p:nvPr/>
        </p:nvSpPr>
        <p:spPr>
          <a:xfrm>
            <a:off x="4391992" y="2675409"/>
            <a:ext cx="4219129" cy="1173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75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{{Caption / fine print 8}}</a:t>
            </a:r>
            <a:endParaRPr lang="en-US" sz="750" dirty="0"/>
          </a:p>
        </p:txBody>
      </p:sp>
      <p:sp>
        <p:nvSpPr>
          <p:cNvPr id="31" name="Shape 24"/>
          <p:cNvSpPr/>
          <p:nvPr/>
        </p:nvSpPr>
        <p:spPr>
          <a:xfrm>
            <a:off x="4291905" y="2944192"/>
            <a:ext cx="4419302" cy="517847"/>
          </a:xfrm>
          <a:prstGeom prst="roundRect">
            <a:avLst>
              <a:gd name="adj" fmla="val 1104"/>
            </a:avLst>
          </a:prstGeom>
          <a:solidFill>
            <a:srgbClr val="F2EEEE"/>
          </a:solidFill>
          <a:ln w="4763">
            <a:solidFill>
              <a:srgbClr val="D8D4D4"/>
            </a:solidFill>
            <a:prstDash val="solid"/>
          </a:ln>
        </p:spPr>
      </p:sp>
      <p:sp>
        <p:nvSpPr>
          <p:cNvPr id="32" name="Text 25"/>
          <p:cNvSpPr/>
          <p:nvPr/>
        </p:nvSpPr>
        <p:spPr>
          <a:xfrm>
            <a:off x="4391992" y="3044279"/>
            <a:ext cx="1192337" cy="1489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{{Card body 10}}</a:t>
            </a:r>
            <a:endParaRPr lang="en-US" sz="900" dirty="0"/>
          </a:p>
        </p:txBody>
      </p:sp>
      <p:sp>
        <p:nvSpPr>
          <p:cNvPr id="33" name="Text 26"/>
          <p:cNvSpPr/>
          <p:nvPr/>
        </p:nvSpPr>
        <p:spPr>
          <a:xfrm>
            <a:off x="4391992" y="3244602"/>
            <a:ext cx="4219129" cy="1173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75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{{Caption / fine print 9}}</a:t>
            </a:r>
            <a:endParaRPr lang="en-US" sz="750" dirty="0"/>
          </a:p>
        </p:txBody>
      </p:sp>
      <p:sp>
        <p:nvSpPr>
          <p:cNvPr id="34" name="Shape 27"/>
          <p:cNvSpPr/>
          <p:nvPr/>
        </p:nvSpPr>
        <p:spPr>
          <a:xfrm>
            <a:off x="410840" y="4425255"/>
            <a:ext cx="8322320" cy="286345"/>
          </a:xfrm>
          <a:prstGeom prst="roundRect">
            <a:avLst>
              <a:gd name="adj" fmla="val 1996"/>
            </a:avLst>
          </a:prstGeom>
          <a:solidFill>
            <a:srgbClr val="FFB3B4"/>
          </a:solidFill>
          <a:ln/>
        </p:spPr>
      </p:sp>
      <p:pic>
        <p:nvPicPr>
          <p:cNvPr id="35" name="Image 5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6164" y="4551462"/>
            <a:ext cx="119211" cy="95324"/>
          </a:xfrm>
          <a:prstGeom prst="rect">
            <a:avLst/>
          </a:prstGeom>
        </p:spPr>
      </p:pic>
      <p:sp>
        <p:nvSpPr>
          <p:cNvPr id="36" name="Text 28"/>
          <p:cNvSpPr/>
          <p:nvPr/>
        </p:nvSpPr>
        <p:spPr>
          <a:xfrm>
            <a:off x="720700" y="4500414"/>
            <a:ext cx="8374335" cy="1173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75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{{Caption / fine print 10}}</a:t>
            </a:r>
            <a:endParaRPr lang="en-US" sz="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6119" y="548878"/>
            <a:ext cx="2328565" cy="228451"/>
          </a:xfrm>
          <a:prstGeom prst="roundRect">
            <a:avLst>
              <a:gd name="adj" fmla="val 2502"/>
            </a:avLst>
          </a:prstGeom>
          <a:solidFill>
            <a:srgbClr val="F9D2D6"/>
          </a:solidFill>
          <a:ln/>
        </p:spPr>
      </p:sp>
      <p:sp>
        <p:nvSpPr>
          <p:cNvPr id="3" name="Text 1"/>
          <p:cNvSpPr/>
          <p:nvPr/>
        </p:nvSpPr>
        <p:spPr>
          <a:xfrm>
            <a:off x="575816" y="588690"/>
            <a:ext cx="2626370" cy="1488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80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TEMPLATE — CARD-GRID (COMPARE)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96119" y="817141"/>
            <a:ext cx="7633618" cy="4153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600" dirty="0">
                <a:solidFill>
                  <a:srgbClr val="1F1E1E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{{Slide title (h2) 1}}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00496" y="1381944"/>
            <a:ext cx="4105052" cy="3212604"/>
          </a:xfrm>
          <a:prstGeom prst="roundRect">
            <a:avLst>
              <a:gd name="adj" fmla="val 621"/>
            </a:avLst>
          </a:prstGeom>
          <a:solidFill>
            <a:srgbClr val="DA1B2E">
              <a:alpha val="95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533400" y="1481584"/>
            <a:ext cx="2550319" cy="2076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{{Card heading 1}}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33400" y="1788914"/>
            <a:ext cx="3839245" cy="3720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{{Card body 1}}</a:t>
            </a:r>
            <a:pPr algn="l" indent="0" marL="0">
              <a:lnSpc>
                <a:spcPct val="117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{{Card body 2}}</a:t>
            </a:r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{{Card body 3}}</a:t>
            </a:r>
            <a:endParaRPr lang="en-US" sz="10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33400" y="2273052"/>
            <a:ext cx="265807" cy="265807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23776" y="2318668"/>
            <a:ext cx="1661294" cy="2076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{{Card heading 2}}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923776" y="2625998"/>
            <a:ext cx="3448869" cy="1860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{{Card body 4}}</a:t>
            </a:r>
            <a:endParaRPr lang="en-US" sz="10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33400" y="3011388"/>
            <a:ext cx="265807" cy="265807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923776" y="3057004"/>
            <a:ext cx="1661294" cy="2076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{{Card heading 3}}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923776" y="3364334"/>
            <a:ext cx="3448869" cy="1860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{{Card body 5}}</a:t>
            </a:r>
            <a:endParaRPr lang="en-US" sz="10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33400" y="3749725"/>
            <a:ext cx="265807" cy="265807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923776" y="3795340"/>
            <a:ext cx="2392189" cy="2076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{{Card heading 4}}</a:t>
            </a:r>
            <a:endParaRPr lang="en-US" sz="1300" dirty="0"/>
          </a:p>
        </p:txBody>
      </p:sp>
      <p:sp>
        <p:nvSpPr>
          <p:cNvPr id="16" name="Text 11"/>
          <p:cNvSpPr/>
          <p:nvPr/>
        </p:nvSpPr>
        <p:spPr>
          <a:xfrm>
            <a:off x="923776" y="4102671"/>
            <a:ext cx="3448869" cy="1860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{{Card body 6}}</a:t>
            </a:r>
            <a:endParaRPr lang="en-US" sz="1000" dirty="0"/>
          </a:p>
        </p:txBody>
      </p:sp>
      <p:sp>
        <p:nvSpPr>
          <p:cNvPr id="17" name="Text 12"/>
          <p:cNvSpPr/>
          <p:nvPr/>
        </p:nvSpPr>
        <p:spPr>
          <a:xfrm>
            <a:off x="4738836" y="1481584"/>
            <a:ext cx="2450678" cy="2076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1F1E1E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{{Card heading 5}}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4738836" y="1788914"/>
            <a:ext cx="3913808" cy="3720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{{Card body 7}}</a:t>
            </a:r>
            <a:pPr algn="l" indent="0" marL="0">
              <a:lnSpc>
                <a:spcPct val="117000"/>
              </a:lnSpc>
              <a:buNone/>
            </a:pPr>
            <a:r>
              <a:rPr lang="en-US" sz="1000" b="1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{{Card body 8}}</a:t>
            </a:r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{{Card body 9}}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4738836" y="2273052"/>
            <a:ext cx="3913808" cy="768697"/>
          </a:xfrm>
          <a:prstGeom prst="roundRect">
            <a:avLst>
              <a:gd name="adj" fmla="val 743"/>
            </a:avLst>
          </a:prstGeom>
          <a:solidFill>
            <a:srgbClr val="F2EEEE"/>
          </a:solidFill>
          <a:ln w="4763">
            <a:solidFill>
              <a:srgbClr val="D8D4D4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4876502" y="2410718"/>
            <a:ext cx="1661294" cy="2076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{{Card heading 6}}</a:t>
            </a:r>
            <a:endParaRPr lang="en-US" sz="1300" dirty="0"/>
          </a:p>
        </p:txBody>
      </p:sp>
      <p:sp>
        <p:nvSpPr>
          <p:cNvPr id="21" name="Text 16"/>
          <p:cNvSpPr/>
          <p:nvPr/>
        </p:nvSpPr>
        <p:spPr>
          <a:xfrm>
            <a:off x="4876502" y="2718048"/>
            <a:ext cx="3638476" cy="1860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{{Card body 10}}</a:t>
            </a:r>
            <a:endParaRPr lang="en-US" sz="1000" dirty="0"/>
          </a:p>
        </p:txBody>
      </p:sp>
      <p:sp>
        <p:nvSpPr>
          <p:cNvPr id="22" name="Shape 17"/>
          <p:cNvSpPr/>
          <p:nvPr/>
        </p:nvSpPr>
        <p:spPr>
          <a:xfrm>
            <a:off x="4738836" y="3141390"/>
            <a:ext cx="3913808" cy="1341090"/>
          </a:xfrm>
          <a:prstGeom prst="roundRect">
            <a:avLst>
              <a:gd name="adj" fmla="val 426"/>
            </a:avLst>
          </a:prstGeom>
          <a:solidFill>
            <a:srgbClr val="F2EEEE"/>
          </a:solidFill>
          <a:ln w="4763">
            <a:solidFill>
              <a:srgbClr val="D8D4D4"/>
            </a:solidFill>
            <a:prstDash val="solid"/>
          </a:ln>
        </p:spPr>
      </p:sp>
      <p:sp>
        <p:nvSpPr>
          <p:cNvPr id="23" name="Text 18"/>
          <p:cNvSpPr/>
          <p:nvPr/>
        </p:nvSpPr>
        <p:spPr>
          <a:xfrm>
            <a:off x="4876502" y="3279056"/>
            <a:ext cx="1893763" cy="2076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{{Card heading 7}}</a:t>
            </a:r>
            <a:endParaRPr lang="en-US" sz="1300" dirty="0"/>
          </a:p>
        </p:txBody>
      </p:sp>
      <p:sp>
        <p:nvSpPr>
          <p:cNvPr id="24" name="Text 19"/>
          <p:cNvSpPr/>
          <p:nvPr/>
        </p:nvSpPr>
        <p:spPr>
          <a:xfrm>
            <a:off x="4876502" y="3586386"/>
            <a:ext cx="3638476" cy="7584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{{Card body 11}}</a:t>
            </a:r>
            <a:endParaRPr lang="en-US" sz="1000" dirty="0"/>
          </a:p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3B3535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{{Card body 12}}</a:t>
            </a:r>
            <a:endParaRPr lang="en-US" sz="1000" dirty="0"/>
          </a:p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3B3535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{{Card body 13}}</a:t>
            </a:r>
            <a:endParaRPr lang="en-US" sz="1000" dirty="0"/>
          </a:p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3B3535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{{Card body 14}}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80640" y="504974"/>
            <a:ext cx="3246834" cy="3487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150" dirty="0">
                <a:solidFill>
                  <a:srgbClr val="1F1E1E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Agenda</a:t>
            </a:r>
            <a:endParaRPr lang="en-US" sz="2150" dirty="0"/>
          </a:p>
        </p:txBody>
      </p:sp>
      <p:sp>
        <p:nvSpPr>
          <p:cNvPr id="3" name="Shape 1"/>
          <p:cNvSpPr/>
          <p:nvPr/>
        </p:nvSpPr>
        <p:spPr>
          <a:xfrm>
            <a:off x="606103" y="994172"/>
            <a:ext cx="14288" cy="3644354"/>
          </a:xfrm>
          <a:prstGeom prst="roundRect">
            <a:avLst>
              <a:gd name="adj" fmla="val 39999"/>
            </a:avLst>
          </a:prstGeom>
          <a:solidFill>
            <a:srgbClr val="D8D4D4"/>
          </a:solidFill>
          <a:ln/>
        </p:spPr>
      </p:sp>
      <p:sp>
        <p:nvSpPr>
          <p:cNvPr id="4" name="Shape 2"/>
          <p:cNvSpPr/>
          <p:nvPr/>
        </p:nvSpPr>
        <p:spPr>
          <a:xfrm>
            <a:off x="717314" y="1112490"/>
            <a:ext cx="334714" cy="14288"/>
          </a:xfrm>
          <a:prstGeom prst="roundRect">
            <a:avLst>
              <a:gd name="adj" fmla="val 39999"/>
            </a:avLst>
          </a:prstGeom>
          <a:solidFill>
            <a:srgbClr val="D8D4D4"/>
          </a:solidFill>
          <a:ln/>
        </p:spPr>
      </p:sp>
      <p:sp>
        <p:nvSpPr>
          <p:cNvPr id="5" name="Shape 3"/>
          <p:cNvSpPr/>
          <p:nvPr/>
        </p:nvSpPr>
        <p:spPr>
          <a:xfrm>
            <a:off x="480603" y="994172"/>
            <a:ext cx="250999" cy="250999"/>
          </a:xfrm>
          <a:prstGeom prst="roundRect">
            <a:avLst>
              <a:gd name="adj" fmla="val 2277"/>
            </a:avLst>
          </a:prstGeom>
          <a:solidFill>
            <a:srgbClr val="F2EEEE"/>
          </a:solidFill>
          <a:ln w="4763">
            <a:solidFill>
              <a:srgbClr val="D8D4D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22387" y="1015045"/>
            <a:ext cx="167357" cy="209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164059" y="1032495"/>
            <a:ext cx="2843808" cy="1742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{{SECTION_1_TITLE}}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1164059" y="1248891"/>
            <a:ext cx="7499300" cy="1454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8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{{SECTION_1_SUBTITLE}}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717314" y="1653183"/>
            <a:ext cx="334714" cy="14288"/>
          </a:xfrm>
          <a:prstGeom prst="roundRect">
            <a:avLst>
              <a:gd name="adj" fmla="val 39999"/>
            </a:avLst>
          </a:prstGeom>
          <a:solidFill>
            <a:srgbClr val="F33447"/>
          </a:solidFill>
          <a:ln/>
        </p:spPr>
      </p:sp>
      <p:sp>
        <p:nvSpPr>
          <p:cNvPr id="10" name="Shape 8"/>
          <p:cNvSpPr/>
          <p:nvPr/>
        </p:nvSpPr>
        <p:spPr>
          <a:xfrm>
            <a:off x="480603" y="1534864"/>
            <a:ext cx="250999" cy="250999"/>
          </a:xfrm>
          <a:prstGeom prst="roundRect">
            <a:avLst>
              <a:gd name="adj" fmla="val 2277"/>
            </a:avLst>
          </a:prstGeom>
          <a:solidFill>
            <a:srgbClr val="DA1B2E"/>
          </a:solidFill>
          <a:ln w="4763">
            <a:solidFill>
              <a:srgbClr val="F3344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22387" y="1555738"/>
            <a:ext cx="167357" cy="209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164059" y="1573188"/>
            <a:ext cx="2843808" cy="1742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{{SECTION_2_TITLE}}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1164059" y="1789584"/>
            <a:ext cx="7499300" cy="1454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8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{{SECTION_2_SUBTITLE}}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717314" y="2193875"/>
            <a:ext cx="334714" cy="14288"/>
          </a:xfrm>
          <a:prstGeom prst="roundRect">
            <a:avLst>
              <a:gd name="adj" fmla="val 39999"/>
            </a:avLst>
          </a:prstGeom>
          <a:solidFill>
            <a:srgbClr val="D8D4D4"/>
          </a:solidFill>
          <a:ln/>
        </p:spPr>
      </p:sp>
      <p:sp>
        <p:nvSpPr>
          <p:cNvPr id="15" name="Shape 13"/>
          <p:cNvSpPr/>
          <p:nvPr/>
        </p:nvSpPr>
        <p:spPr>
          <a:xfrm>
            <a:off x="480603" y="2075557"/>
            <a:ext cx="250999" cy="250999"/>
          </a:xfrm>
          <a:prstGeom prst="roundRect">
            <a:avLst>
              <a:gd name="adj" fmla="val 2277"/>
            </a:avLst>
          </a:prstGeom>
          <a:solidFill>
            <a:srgbClr val="F2EEEE"/>
          </a:solidFill>
          <a:ln w="4763">
            <a:solidFill>
              <a:srgbClr val="D8D4D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2387" y="2096430"/>
            <a:ext cx="167357" cy="209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64059" y="2113880"/>
            <a:ext cx="1589187" cy="1742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{{SECTION_3_TITLE}}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164059" y="2330276"/>
            <a:ext cx="7499300" cy="1454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8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{{SECTION_3_SUBTITLE}}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717314" y="2734568"/>
            <a:ext cx="334714" cy="14288"/>
          </a:xfrm>
          <a:prstGeom prst="roundRect">
            <a:avLst>
              <a:gd name="adj" fmla="val 39999"/>
            </a:avLst>
          </a:prstGeom>
          <a:solidFill>
            <a:srgbClr val="D8D4D4"/>
          </a:solidFill>
          <a:ln/>
        </p:spPr>
      </p:sp>
      <p:sp>
        <p:nvSpPr>
          <p:cNvPr id="20" name="Shape 18"/>
          <p:cNvSpPr/>
          <p:nvPr/>
        </p:nvSpPr>
        <p:spPr>
          <a:xfrm>
            <a:off x="480603" y="2616250"/>
            <a:ext cx="250999" cy="250999"/>
          </a:xfrm>
          <a:prstGeom prst="roundRect">
            <a:avLst>
              <a:gd name="adj" fmla="val 2277"/>
            </a:avLst>
          </a:prstGeom>
          <a:solidFill>
            <a:srgbClr val="F2EEEE"/>
          </a:solidFill>
          <a:ln w="4763">
            <a:solidFill>
              <a:srgbClr val="D8D4D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22387" y="2637123"/>
            <a:ext cx="167357" cy="209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164059" y="2654573"/>
            <a:ext cx="2592884" cy="1742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{{SECTION_4_TITLE}}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1164059" y="2870969"/>
            <a:ext cx="7499300" cy="1454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8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{{SECTION_4_SUBTITLE}}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717314" y="3275261"/>
            <a:ext cx="334714" cy="14288"/>
          </a:xfrm>
          <a:prstGeom prst="roundRect">
            <a:avLst>
              <a:gd name="adj" fmla="val 39999"/>
            </a:avLst>
          </a:prstGeom>
          <a:solidFill>
            <a:srgbClr val="D8D4D4"/>
          </a:solidFill>
          <a:ln/>
        </p:spPr>
      </p:sp>
      <p:sp>
        <p:nvSpPr>
          <p:cNvPr id="25" name="Shape 23"/>
          <p:cNvSpPr/>
          <p:nvPr/>
        </p:nvSpPr>
        <p:spPr>
          <a:xfrm>
            <a:off x="480603" y="3156942"/>
            <a:ext cx="250999" cy="250999"/>
          </a:xfrm>
          <a:prstGeom prst="roundRect">
            <a:avLst>
              <a:gd name="adj" fmla="val 2277"/>
            </a:avLst>
          </a:prstGeom>
          <a:solidFill>
            <a:srgbClr val="F2EEEE"/>
          </a:solidFill>
          <a:ln w="4763">
            <a:solidFill>
              <a:srgbClr val="D8D4D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22387" y="3177815"/>
            <a:ext cx="167357" cy="209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164059" y="3195265"/>
            <a:ext cx="2425601" cy="1742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{{SECTION_5_TITLE}}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1164059" y="3411662"/>
            <a:ext cx="7499300" cy="1454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8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{{SECTION_5_SUBTITLE}}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717314" y="3815953"/>
            <a:ext cx="334714" cy="14288"/>
          </a:xfrm>
          <a:prstGeom prst="roundRect">
            <a:avLst>
              <a:gd name="adj" fmla="val 39999"/>
            </a:avLst>
          </a:prstGeom>
          <a:solidFill>
            <a:srgbClr val="D8D4D4"/>
          </a:solidFill>
          <a:ln/>
        </p:spPr>
      </p:sp>
      <p:sp>
        <p:nvSpPr>
          <p:cNvPr id="30" name="Shape 28"/>
          <p:cNvSpPr/>
          <p:nvPr/>
        </p:nvSpPr>
        <p:spPr>
          <a:xfrm>
            <a:off x="480603" y="3697635"/>
            <a:ext cx="250999" cy="250999"/>
          </a:xfrm>
          <a:prstGeom prst="roundRect">
            <a:avLst>
              <a:gd name="adj" fmla="val 2277"/>
            </a:avLst>
          </a:prstGeom>
          <a:solidFill>
            <a:srgbClr val="F2EEEE"/>
          </a:solidFill>
          <a:ln w="4763">
            <a:solidFill>
              <a:srgbClr val="D8D4D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22387" y="3718508"/>
            <a:ext cx="167357" cy="209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6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1164059" y="3735958"/>
            <a:ext cx="2592884" cy="1742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{{SECTION_6_TITLE}}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1164059" y="3952354"/>
            <a:ext cx="7499300" cy="1454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8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{{SECTION_6_SUBTITLE}}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717314" y="4356646"/>
            <a:ext cx="334714" cy="14288"/>
          </a:xfrm>
          <a:prstGeom prst="roundRect">
            <a:avLst>
              <a:gd name="adj" fmla="val 39999"/>
            </a:avLst>
          </a:prstGeom>
          <a:solidFill>
            <a:srgbClr val="D8D4D4"/>
          </a:solidFill>
          <a:ln/>
        </p:spPr>
      </p:sp>
      <p:sp>
        <p:nvSpPr>
          <p:cNvPr id="35" name="Shape 33"/>
          <p:cNvSpPr/>
          <p:nvPr/>
        </p:nvSpPr>
        <p:spPr>
          <a:xfrm>
            <a:off x="480603" y="4238327"/>
            <a:ext cx="250999" cy="250999"/>
          </a:xfrm>
          <a:prstGeom prst="roundRect">
            <a:avLst>
              <a:gd name="adj" fmla="val 2277"/>
            </a:avLst>
          </a:prstGeom>
          <a:solidFill>
            <a:srgbClr val="F2EEEE"/>
          </a:solidFill>
          <a:ln w="4763">
            <a:solidFill>
              <a:srgbClr val="D8D4D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2387" y="4259200"/>
            <a:ext cx="167357" cy="209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7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1164059" y="4276651"/>
            <a:ext cx="1505545" cy="1742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{{SECTION_7_TITLE}}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1164059" y="4493047"/>
            <a:ext cx="7499300" cy="1454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8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{{SECTION_7_SUBTITLE}}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eparato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ner"/>
          <p:cNvSpPr/>
          <p:nvPr/>
        </p:nvSpPr>
        <p:spPr>
          <a:xfrm>
            <a:off x="0" y="1700000"/>
            <a:ext cx="9144000" cy="1700000"/>
          </a:xfrm>
          <a:prstGeom prst="rect">
            <a:avLst/>
          </a:prstGeom>
          <a:solidFill>
            <a:srgbClr val="DA1B2E"/>
          </a:solidFill>
          <a:ln/>
        </p:spPr>
      </p:sp>
      <p:sp>
        <p:nvSpPr>
          <p:cNvPr id="3" name="TemplateTitle"/>
          <p:cNvSpPr/>
          <p:nvPr/>
        </p:nvSpPr>
        <p:spPr>
          <a:xfrm>
            <a:off x="496119" y="1850000"/>
            <a:ext cx="8151763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Roboto Mono Medium" pitchFamily="34" charset="0"/>
              </a:rPr>
              <a:t>TEMPLATE  —  LAYOUT EXAMPLES BELOW</a:t>
            </a:r>
          </a:p>
        </p:txBody>
      </p:sp>
      <p:sp>
        <p:nvSpPr>
          <p:cNvPr id="4" name="TemplateSubtitle"/>
          <p:cNvSpPr/>
          <p:nvPr/>
        </p:nvSpPr>
        <p:spPr>
          <a:xfrm>
            <a:off x="496119" y="2400000"/>
            <a:ext cx="8151763" cy="8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3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Roboto" pitchFamily="34" charset="0"/>
              </a:rPr>
              <a:t>The slides that follow demonstrate the recurring layout patterns documented in template-style.md.</a:t>
            </a:r>
          </a:p>
          <a:p>
            <a:pPr algn="ctr" indent="0" marL="0">
              <a:lnSpc>
                <a:spcPct val="123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Roboto" pitchFamily="34" charset="0"/>
              </a:rPr>
              <a:t>Reference only — do not copy their content. Copy their structure.</a:t>
            </a:r>
          </a:p>
        </p:txBody>
      </p:sp>
      <p:sp>
        <p:nvSpPr>
          <p:cNvPr id="5" name="TemplateAbove"/>
          <p:cNvSpPr/>
          <p:nvPr/>
        </p:nvSpPr>
        <p:spPr>
          <a:xfrm>
            <a:off x="496119" y="700000"/>
            <a:ext cx="8151763" cy="8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3000"/>
              </a:lnSpc>
              <a:buNone/>
            </a:pPr>
            <a:r>
              <a:rPr lang="en-US" sz="1300" dirty="0">
                <a:solidFill>
                  <a:srgbClr val="3B3535"/>
                </a:solidFill>
                <a:latin typeface="Roboto Mono Medium" pitchFamily="34" charset="0"/>
              </a:rPr>
              <a:t>↑ ABOVE — emit as-is with {{placeholder}} substitution</a:t>
            </a:r>
          </a:p>
          <a:p>
            <a:pPr algn="ctr" indent="0" marL="0">
              <a:lnSpc>
                <a:spcPct val="123000"/>
              </a:lnSpc>
              <a:buNone/>
            </a:pPr>
            <a:r>
              <a:rPr lang="en-US" sz="1000" dirty="0">
                <a:solidFill>
                  <a:srgbClr val="3B3535"/>
                </a:solidFill>
                <a:latin typeface="Roboto" pitchFamily="34" charset="0"/>
              </a:rPr>
              <a:t>Slide 1 (Cover)   ·   Slide 2 (Agenda — item 1 active)</a:t>
            </a:r>
          </a:p>
        </p:txBody>
      </p:sp>
      <p:sp>
        <p:nvSpPr>
          <p:cNvPr id="6" name="TemplateBelow"/>
          <p:cNvSpPr/>
          <p:nvPr/>
        </p:nvSpPr>
        <p:spPr>
          <a:xfrm>
            <a:off x="496119" y="3600000"/>
            <a:ext cx="8151763" cy="13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3000"/>
              </a:lnSpc>
              <a:buNone/>
            </a:pPr>
            <a:r>
              <a:rPr lang="en-US" sz="1300" dirty="0">
                <a:solidFill>
                  <a:srgbClr val="3B3535"/>
                </a:solidFill>
                <a:latin typeface="Roboto Mono Medium" pitchFamily="34" charset="0"/>
              </a:rPr>
              <a:t>↓ BELOW — pattern examples (do not copy content)</a:t>
            </a:r>
          </a:p>
          <a:p>
            <a:pPr algn="ctr"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3B3535"/>
                </a:solidFill>
                <a:latin typeface="Roboto" pitchFamily="34" charset="0"/>
              </a:rPr>
              <a:t>9 example slides (image-grid · card-grid · content+image · content+cards+image · code-example) plus a section-divider example (agenda re-emit, item 2 active).</a:t>
            </a:r>
          </a:p>
          <a:p>
            <a:pPr algn="ctr" indent="0" marL="0">
              <a:lnSpc>
                <a:spcPct val="123000"/>
              </a:lnSpc>
              <a:buNone/>
            </a:pPr>
            <a:r>
              <a:rPr lang="en-US" sz="850" dirty="0">
                <a:solidFill>
                  <a:srgbClr val="6A737D"/>
                </a:solidFill>
                <a:latin typeface="Roboto" pitchFamily="34" charset="0"/>
              </a:rPr>
              <a:t>Each example slide carries a "TEMPLATE — &lt;LAYOUT&gt;" pill in the top-left identifying its pattern.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53</Slides>
  <Notes>53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53</vt:i4>
      </vt:variant>
    </vt:vector>
  </HeadingPairs>
  <TitlesOfParts>
    <vt:vector size="5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/>
  <cp:revision>1</cp:revision>
  <dcterms:created xsi:type="dcterms:W3CDTF">2026-05-22T22:59:23Z</dcterms:created>
  <dcterms:modified xsi:type="dcterms:W3CDTF">2026-05-22T22:59:23Z</dcterms:modified>
</cp:coreProperties>
</file>