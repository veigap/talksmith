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55"/>
  </p:notesMasterIdLst>
  <p:sldSz cx="9144000" cy="5143500"/>
  <p:notesSz cx="5143500" cy="9144000"/>
  <p:embeddedFontLst>
    <p:embeddedFont>
      <p:font typeface="Roboto Mono Medium"/>
      <p:regular r:id="rId60"/>
    </p:embeddedFont>
    <p:embeddedFont>
      <p:font typeface="Roboto Mono Bold"/>
      <p:regular r:id="rId61"/>
    </p:embeddedFont>
    <p:embeddedFont>
      <p:font typeface="Roboto"/>
      <p:regular r:id="rId62"/>
    </p:embeddedFont>
    <p:embeddedFont>
      <p:font typeface="Roboto Bold"/>
      <p:regular r:id="rId6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 Separator 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55" Type="http://schemas.openxmlformats.org/officeDocument/2006/relationships/theme" Target="../theme/theme1.xml"/><Relationship Id="rId5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5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823"/>
            <a:ext cx="8151763" cy="1948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{{PRESENTATION_TITLE}}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496119" y="2677269"/>
            <a:ext cx="6216923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{{TALK_SUBTITLE}}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3219748"/>
            <a:ext cx="3295799" cy="56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{{PRESENTER}}</a:t>
            </a:r>
            <a:endParaRPr lang="en-US" sz="11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{{DATE}}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62" y="3248546"/>
            <a:ext cx="1469008" cy="1214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2026-05-22T22:59:23Z</dcterms:created>
  <dcterms:modified xsi:type="dcterms:W3CDTF">2026-05-22T22:59:23Z</dcterms:modified>
</cp:coreProperties>
</file>