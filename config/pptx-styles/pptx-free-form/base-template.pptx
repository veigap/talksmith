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</p:sldIdLst>
  <p:notesMasterIdLst>
    <p:notesMasterId r:id="rId55"/>
  </p:notesMasterIdLst>
  <p:sldSz cx="9144000" cy="5143500"/>
  <p:notesSz cx="5143500" cy="9144000"/>
  <p:embeddedFontLst>
    <p:embeddedFont>
      <p:font typeface="Roboto Mono Medium"/>
      <p:regular r:id="rId60"/>
    </p:embeddedFont>
    <p:embeddedFont>
      <p:font typeface="Roboto Mono Bold"/>
      <p:regular r:id="rId61"/>
    </p:embeddedFont>
    <p:embeddedFont>
      <p:font typeface="Roboto"/>
      <p:regular r:id="rId62"/>
    </p:embeddedFont>
    <p:embeddedFont>
      <p:font typeface="Roboto Bold"/>
      <p:regular r:id="rId63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55" Type="http://schemas.openxmlformats.org/officeDocument/2006/relationships/notesMaster" Target="notesMasters/notesMaster1.xml"/><Relationship Id="rId56" Type="http://schemas.openxmlformats.org/officeDocument/2006/relationships/presProps" Target="presProps.xml"/><Relationship Id="rId57" Type="http://schemas.openxmlformats.org/officeDocument/2006/relationships/viewProps" Target="viewProps.xml"/><Relationship Id="rId58" Type="http://schemas.openxmlformats.org/officeDocument/2006/relationships/theme" Target="theme/theme1.xml"/><Relationship Id="rId59" Type="http://schemas.openxmlformats.org/officeDocument/2006/relationships/tableStyles" Target="tableStyles.xml"/><Relationship Id="rId60" Type="http://schemas.openxmlformats.org/officeDocument/2006/relationships/font" Target="fonts/font1.fntdata"/><Relationship Id="rId61" Type="http://schemas.openxmlformats.org/officeDocument/2006/relationships/font" Target="fonts/font2.fntdata"/><Relationship Id="rId62" Type="http://schemas.openxmlformats.org/officeDocument/2006/relationships/font" Target="fonts/font3.fntdata"/><Relationship Id="rId63" Type="http://schemas.openxmlformats.org/officeDocument/2006/relationships/font" Target="fonts/font4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mplate Separator 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55" Type="http://schemas.openxmlformats.org/officeDocument/2006/relationships/theme" Target="../theme/theme1.xml"/><Relationship Id="rId56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5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36823"/>
            <a:ext cx="8151763" cy="19484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050" dirty="0">
                <a:solidFill>
                  <a:srgbClr val="1F1E1E"/>
                </a:solidFill>
                <a:latin typeface="Helvetica Bold" pitchFamily="34" charset="0"/>
                <a:ea typeface="Roboto Mono Medium" pitchFamily="34" charset="-122"/>
                <a:cs typeface="Roboto Mono Medium" pitchFamily="34" charset="-120"/>
              </a:rPr>
              <a:t>{{PRESENTATION_TITLE}}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496119" y="2677269"/>
            <a:ext cx="6216923" cy="235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1F1E1E"/>
                </a:solidFill>
                <a:latin typeface="Helvetica Bold" pitchFamily="34" charset="0"/>
                <a:ea typeface="Roboto Mono Medium" pitchFamily="34" charset="-122"/>
                <a:cs typeface="Roboto Mono Medium" pitchFamily="34" charset="-120"/>
              </a:rPr>
              <a:t>{{TALK_SUBTITLE}}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496119" y="3219748"/>
            <a:ext cx="3295799" cy="5609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3000"/>
              </a:lnSpc>
              <a:spcAft>
                <a:spcPts val="900"/>
              </a:spcAft>
              <a:buNone/>
            </a:pPr>
            <a:r>
              <a:rPr lang="en-US" sz="1150" dirty="0">
                <a:solidFill>
                  <a:srgbClr val="3B3535"/>
                </a:solidFill>
                <a:latin typeface="Helvetica" pitchFamily="34" charset="0"/>
                <a:ea typeface="Roboto" pitchFamily="34" charset="-122"/>
                <a:cs typeface="Roboto" pitchFamily="34" charset="-120"/>
              </a:rPr>
              <a:t>Autor: {{PRESENTER}}</a:t>
            </a:r>
            <a:endParaRPr lang="en-US" sz="1150" dirty="0"/>
          </a:p>
          <a:p>
            <a:pPr algn="l" indent="0" marL="0">
              <a:lnSpc>
                <a:spcPct val="123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Helvetica" pitchFamily="34" charset="0"/>
                <a:ea typeface="Roboto" pitchFamily="34" charset="-122"/>
                <a:cs typeface="Roboto" pitchFamily="34" charset="-120"/>
              </a:rPr>
              <a:t>Última Modificación: {{DATE}}</a:t>
            </a:r>
            <a:endParaRPr lang="en-US" sz="11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83562" y="3248546"/>
            <a:ext cx="1469008" cy="121406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53</Slides>
  <Notes>53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5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2026-05-22T22:59:23Z</dcterms:created>
  <dcterms:modified xsi:type="dcterms:W3CDTF">2026-05-22T22:59:23Z</dcterms:modified>
</cp:coreProperties>
</file>