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10.svg" ContentType="image/svg+xml"/>
  <Override PartName="/ppt/media/image-10-2.svg" ContentType="image/svg+xml"/>
  <Override PartName="/ppt/media/image-10-4.svg" ContentType="image/svg+xml"/>
  <Override PartName="/ppt/media/image-10-6.svg" ContentType="image/svg+xml"/>
  <Override PartName="/ppt/media/image-10-8.svg" ContentType="image/svg+xml"/>
  <Override PartName="/ppt/media/image-11-2.svg" ContentType="image/svg+xml"/>
  <Override PartName="/ppt/media/image-11-4.svg" ContentType="image/svg+xml"/>
  <Override PartName="/ppt/media/image-11-6.svg" ContentType="image/svg+xml"/>
  <Override PartName="/ppt/media/image-3-2.svg" ContentType="image/svg+xml"/>
  <Override PartName="/ppt/media/image-3-4.svg" ContentType="image/svg+xml"/>
  <Override PartName="/ppt/media/image-3-6.svg" ContentType="image/svg+xml"/>
  <Override PartName="/ppt/media/image-4-2.svg" ContentType="image/svg+xml"/>
  <Override PartName="/ppt/media/image-4-4.svg" ContentType="image/svg+xml"/>
  <Override PartName="/ppt/media/image-4-6.svg" ContentType="image/svg+xml"/>
  <Override PartName="/ppt/media/image-4-8.svg" ContentType="image/svg+xml"/>
  <Override PartName="/ppt/media/image-8-2.svg" ContentType="image/svg+xml"/>
  <Override PartName="/ppt/media/image-8-4.svg" ContentType="image/svg+xml"/>
  <Override PartName="/ppt/media/image-8-6.svg" ContentType="image/svg+xml"/>
  <Override PartName="/ppt/media/image-9-2.svg" ContentType="image/svg+xml"/>
  <Override PartName="/ppt/media/image-9-4.svg" ContentType="image/svg+xml"/>
  <Override PartName="/ppt/media/image-9-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68" r:id="rId14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64"/>
    <p:sldId id="270" r:id="rId65"/>
  </p:sldIdLst>
  <p:notesMasterIdLst>
    <p:notesMasterId r:id="rId55"/>
  </p:notesMasterIdLst>
  <p:sldSz cx="9144000" cy="5143500"/>
  <p:notesSz cx="5143500" cy="9144000"/>
  <p:embeddedFontLst>
    <p:embeddedFont>
      <p:font typeface="Roboto Mono Medium"/>
      <p:regular r:id="rId60"/>
    </p:embeddedFont>
    <p:embeddedFont>
      <p:font typeface="Roboto Mono Bold"/>
      <p:regular r:id="rId61"/>
    </p:embeddedFont>
    <p:embeddedFont>
      <p:font typeface="Roboto"/>
      <p:regular r:id="rId62"/>
    </p:embeddedFont>
    <p:embeddedFont>
      <p:font typeface="Roboto Bold"/>
      <p:regular r:id="rId6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4" Type="http://schemas.openxmlformats.org/officeDocument/2006/relationships/slide" Target="slides/slide14.xml"/><Relationship Id="rId65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mplate Separator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55" Type="http://schemas.openxmlformats.org/officeDocument/2006/relationships/theme" Target="../theme/theme1.xml"/><Relationship Id="rId56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5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hyperlink" Target="https://gpt-tokenizer.dev" TargetMode="External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1.xml"/><Relationship Id="rId1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6823"/>
            <a:ext cx="8151763" cy="194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dirty="0">
                <a:solidFill>
                  <a:srgbClr val="1F1E1E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{{PRESENTATION_TITLE}}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496119" y="2677269"/>
            <a:ext cx="6216923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{{TALK_SUBTITLE}}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3219748"/>
            <a:ext cx="3295799" cy="560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Helvetica" pitchFamily="34" charset="0"/>
                <a:ea typeface="Roboto" pitchFamily="34" charset="-122"/>
                <a:cs typeface="Roboto" pitchFamily="34" charset="-120"/>
              </a:rPr>
              <a:t>Autor: {{PRESENTER}}</a:t>
            </a:r>
            <a:endParaRPr lang="en-US" sz="11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Helvetica" pitchFamily="34" charset="0"/>
                <a:ea typeface="Roboto" pitchFamily="34" charset="-122"/>
                <a:cs typeface="Roboto" pitchFamily="34" charset="-120"/>
              </a:rPr>
              <a:t>Última Modificación: {{DATE}}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62" y="3248546"/>
            <a:ext cx="1469008" cy="12140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504974"/>
            <a:ext cx="3246834" cy="348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06103" y="994172"/>
            <a:ext cx="14288" cy="3644354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717314" y="1112490"/>
            <a:ext cx="334714" cy="14288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5" name="Shape 3"/>
          <p:cNvSpPr/>
          <p:nvPr/>
        </p:nvSpPr>
        <p:spPr>
          <a:xfrm>
            <a:off x="480603" y="994172"/>
            <a:ext cx="250999" cy="250999"/>
          </a:xfrm>
          <a:prstGeom prst="roundRect">
            <a:avLst>
              <a:gd name="adj" fmla="val 2277"/>
            </a:avLst>
          </a:prstGeom>
          <a:solidFill>
            <a:srgbClr val="DA1B2E"/>
          </a:solidFill>
          <a:ln w="4763">
            <a:solidFill>
              <a:srgbClr val="F33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2387" y="1015045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4059" y="1032495"/>
            <a:ext cx="2843808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{{SECTION_1_TITLE}}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64059" y="1248891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Helvetica" pitchFamily="34" charset="0"/>
                <a:ea typeface="Roboto" pitchFamily="34" charset="-122"/>
                <a:cs typeface="Roboto" pitchFamily="34" charset="-120"/>
              </a:rPr>
              <a:t>{{SECTION_1_SUBTITLE}}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7314" y="1653183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480603" y="1534864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2387" y="1555738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4059" y="1573188"/>
            <a:ext cx="2843808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{{SECTION_2_TITLE}}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64059" y="1789584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Helvetica" pitchFamily="34" charset="0"/>
                <a:ea typeface="Roboto" pitchFamily="34" charset="-122"/>
                <a:cs typeface="Roboto" pitchFamily="34" charset="-120"/>
              </a:rPr>
              <a:t>{{SECTION_2_SUBTITLE}}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7314" y="2193875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603" y="2075557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387" y="2096430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4059" y="2113880"/>
            <a:ext cx="158918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{{SECTION_3_TITLE}}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64059" y="2330276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Helvetica" pitchFamily="34" charset="0"/>
                <a:ea typeface="Roboto" pitchFamily="34" charset="-122"/>
                <a:cs typeface="Roboto" pitchFamily="34" charset="-120"/>
              </a:rPr>
              <a:t>{{SECTION_3_SUBTITLE}}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7314" y="2734568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603" y="2616250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2387" y="2637123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4059" y="2654573"/>
            <a:ext cx="25928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{{SECTION_4_TITLE}}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64059" y="2870969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Helvetica" pitchFamily="34" charset="0"/>
                <a:ea typeface="Roboto" pitchFamily="34" charset="-122"/>
                <a:cs typeface="Roboto" pitchFamily="34" charset="-120"/>
              </a:rPr>
              <a:t>{{SECTION_4_SUBTITLE}}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7314" y="3275261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603" y="3156942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2387" y="3177815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4059" y="3195265"/>
            <a:ext cx="2425601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{{SECTION_5_TITLE}}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64059" y="3411662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Helvetica" pitchFamily="34" charset="0"/>
                <a:ea typeface="Roboto" pitchFamily="34" charset="-122"/>
                <a:cs typeface="Roboto" pitchFamily="34" charset="-120"/>
              </a:rPr>
              <a:t>{{SECTION_5_SUBTITLE}}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7314" y="3815953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603" y="3697635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2387" y="3718508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64059" y="3735958"/>
            <a:ext cx="25928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{{SECTION_6_TITLE}}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64059" y="3952354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Helvetica" pitchFamily="34" charset="0"/>
                <a:ea typeface="Roboto" pitchFamily="34" charset="-122"/>
                <a:cs typeface="Roboto" pitchFamily="34" charset="-120"/>
              </a:rPr>
              <a:t>{{SECTION_6_SUBTITLE}}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7314" y="4356646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480603" y="4238327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2387" y="4259200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64059" y="4276651"/>
            <a:ext cx="150554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Helvetica Bold" pitchFamily="34" charset="0"/>
                <a:ea typeface="Roboto Mono Medium" pitchFamily="34" charset="-122"/>
                <a:cs typeface="Roboto Mono Medium" pitchFamily="34" charset="-120"/>
              </a:rPr>
              <a:t>{{SECTION_7_TITLE}}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64059" y="4493047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Helvetica" pitchFamily="34" charset="0"/>
                <a:ea typeface="Roboto" pitchFamily="34" charset="-122"/>
                <a:cs typeface="Roboto" pitchFamily="34" charset="-120"/>
              </a:rPr>
              <a:t>{{SECTION_7_SUBTITLE}}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ner"/>
          <p:cNvSpPr/>
          <p:nvPr/>
        </p:nvSpPr>
        <p:spPr>
          <a:xfrm>
            <a:off x="0" y="1700000"/>
            <a:ext cx="9144000" cy="17000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3" name="TemplateTitle"/>
          <p:cNvSpPr/>
          <p:nvPr/>
        </p:nvSpPr>
        <p:spPr>
          <a:xfrm>
            <a:off x="496119" y="1850000"/>
            <a:ext cx="8151763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</a:rPr>
              <a:t>TEMPLATE  —  LAYOUT EXAMPLES BELOW</a:t>
            </a:r>
          </a:p>
        </p:txBody>
      </p:sp>
      <p:sp>
        <p:nvSpPr>
          <p:cNvPr id="4" name="TemplateSubtitle"/>
          <p:cNvSpPr/>
          <p:nvPr/>
        </p:nvSpPr>
        <p:spPr>
          <a:xfrm>
            <a:off x="496119" y="2400000"/>
            <a:ext cx="8151763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</a:rPr>
              <a:t>The slides that follow demonstrate the recurring layout patterns documented in template-style.md.</a:t>
            </a:r>
          </a:p>
          <a:p>
            <a:pPr algn="ctr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</a:rPr>
              <a:t>Reference only — do not copy their content. Copy their structure.</a:t>
            </a:r>
          </a:p>
        </p:txBody>
      </p:sp>
      <p:sp>
        <p:nvSpPr>
          <p:cNvPr id="5" name="TemplateAbove"/>
          <p:cNvSpPr/>
          <p:nvPr/>
        </p:nvSpPr>
        <p:spPr>
          <a:xfrm>
            <a:off x="496119" y="700000"/>
            <a:ext cx="8151763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</a:rPr>
              <a:t>↑ ABOVE — emit as-is with {{placeholder}} substitution</a:t>
            </a:r>
          </a:p>
          <a:p>
            <a:pPr algn="ctr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</a:rPr>
              <a:t>Slide 1 (Cover)   ·   Slide 2 (Agenda — item 1 active)</a:t>
            </a:r>
          </a:p>
        </p:txBody>
      </p:sp>
      <p:sp>
        <p:nvSpPr>
          <p:cNvPr id="6" name="TemplateBelow"/>
          <p:cNvSpPr/>
          <p:nvPr/>
        </p:nvSpPr>
        <p:spPr>
          <a:xfrm>
            <a:off x="496119" y="3600000"/>
            <a:ext cx="8151763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</a:rPr>
              <a:t>↓ BELOW — pattern examples (do not copy content)</a:t>
            </a:r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</a:rPr>
              <a:t>9 example slides (image-grid · card-grid · content+image · content+cards+image · code-example) plus a section-divider example (agenda re-emit, item 2 active).</a:t>
            </a:r>
          </a:p>
          <a:p>
            <a:pPr algn="ctr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Roboto" pitchFamily="34" charset="0"/>
              </a:rPr>
              <a:t>Each example slide carries a "TEMPLATE — &lt;LAYOUT&gt;" pill in the top-left identifying its pattern.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21494"/>
            <a:ext cx="2639913" cy="268635"/>
          </a:xfrm>
          <a:prstGeom prst="roundRect">
            <a:avLst>
              <a:gd name="adj" fmla="val 212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86457" y="566663"/>
            <a:ext cx="291643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IMAGE-GRID + CALLOUT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841325"/>
            <a:ext cx="4523705" cy="47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722040" y="1647974"/>
            <a:ext cx="7925842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1}}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96119" y="1503983"/>
            <a:ext cx="19050" cy="733723"/>
          </a:xfrm>
          <a:prstGeom prst="rect">
            <a:avLst/>
          </a:prstGeom>
          <a:solidFill>
            <a:srgbClr val="DA1B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381696"/>
            <a:ext cx="376535" cy="3765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6119" y="2918222"/>
            <a:ext cx="2371651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96119" y="3230314"/>
            <a:ext cx="2610594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6703" y="2381696"/>
            <a:ext cx="376535" cy="3765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66703" y="2918222"/>
            <a:ext cx="2597497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266703" y="3230314"/>
            <a:ext cx="2610594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7287" y="2381696"/>
            <a:ext cx="376535" cy="3765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7287" y="2918222"/>
            <a:ext cx="2145804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3}}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037287" y="3230314"/>
            <a:ext cx="2610594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4}}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96119" y="3820046"/>
            <a:ext cx="8151763" cy="801886"/>
          </a:xfrm>
          <a:prstGeom prst="roundRect">
            <a:avLst>
              <a:gd name="adj" fmla="val 713"/>
            </a:avLst>
          </a:prstGeom>
          <a:solidFill>
            <a:srgbClr val="F7BBC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560" y="4033689"/>
            <a:ext cx="150614" cy="15061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5614" y="3985692"/>
            <a:ext cx="7511653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DA1B2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●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5}}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25153"/>
            <a:ext cx="2173635" cy="209401"/>
          </a:xfrm>
          <a:prstGeom prst="roundRect">
            <a:avLst>
              <a:gd name="adj" fmla="val 2729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662360"/>
            <a:ext cx="248200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IMAGE-GRID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69231"/>
            <a:ext cx="752832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7377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1}}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627" y="1769046"/>
            <a:ext cx="186035" cy="186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145" y="176525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2}}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9145" y="2045866"/>
            <a:ext cx="3521571" cy="337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1}}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627" y="2560662"/>
            <a:ext cx="186035" cy="1860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9145" y="2556867"/>
            <a:ext cx="19534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3}}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99145" y="2837483"/>
            <a:ext cx="3521571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2}}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627" y="3183582"/>
            <a:ext cx="186035" cy="1860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9145" y="317978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4}}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99145" y="3460403"/>
            <a:ext cx="3521571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3}}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627" y="3806503"/>
            <a:ext cx="186035" cy="18603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9145" y="3802707"/>
            <a:ext cx="19534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5}}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99145" y="4083323"/>
            <a:ext cx="3521571" cy="337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4}}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728046" y="1473771"/>
            <a:ext cx="231762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6}}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728046" y="1765250"/>
            <a:ext cx="1918915" cy="951309"/>
          </a:xfrm>
          <a:prstGeom prst="roundRect">
            <a:avLst>
              <a:gd name="adj" fmla="val 720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713759" y="1765250"/>
            <a:ext cx="57150" cy="951309"/>
          </a:xfrm>
          <a:prstGeom prst="roundRect">
            <a:avLst>
              <a:gd name="adj" fmla="val 10000"/>
            </a:avLst>
          </a:prstGeom>
          <a:solidFill>
            <a:srgbClr val="DA1B2E"/>
          </a:solidFill>
          <a:ln/>
        </p:spPr>
      </p:sp>
      <p:sp>
        <p:nvSpPr>
          <p:cNvPr id="21" name="Text 15"/>
          <p:cNvSpPr/>
          <p:nvPr/>
        </p:nvSpPr>
        <p:spPr>
          <a:xfrm>
            <a:off x="4909170" y="1903512"/>
            <a:ext cx="1599530" cy="67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5}}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733729" y="1765250"/>
            <a:ext cx="1918915" cy="951309"/>
          </a:xfrm>
          <a:prstGeom prst="roundRect">
            <a:avLst>
              <a:gd name="adj" fmla="val 720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719441" y="1765250"/>
            <a:ext cx="57150" cy="951309"/>
          </a:xfrm>
          <a:prstGeom prst="roundRect">
            <a:avLst>
              <a:gd name="adj" fmla="val 10000"/>
            </a:avLst>
          </a:prstGeom>
          <a:solidFill>
            <a:srgbClr val="DA1B2E"/>
          </a:solidFill>
          <a:ln/>
        </p:spPr>
      </p:sp>
      <p:sp>
        <p:nvSpPr>
          <p:cNvPr id="24" name="Text 18"/>
          <p:cNvSpPr/>
          <p:nvPr/>
        </p:nvSpPr>
        <p:spPr>
          <a:xfrm>
            <a:off x="6914852" y="1903512"/>
            <a:ext cx="1599530" cy="506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6}}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728046" y="2803327"/>
            <a:ext cx="1918915" cy="782613"/>
          </a:xfrm>
          <a:prstGeom prst="roundRect">
            <a:avLst>
              <a:gd name="adj" fmla="val 876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713759" y="2803327"/>
            <a:ext cx="57150" cy="782613"/>
          </a:xfrm>
          <a:prstGeom prst="roundRect">
            <a:avLst>
              <a:gd name="adj" fmla="val 10000"/>
            </a:avLst>
          </a:prstGeom>
          <a:solidFill>
            <a:srgbClr val="DA1B2E"/>
          </a:solidFill>
          <a:ln/>
        </p:spPr>
      </p:sp>
      <p:sp>
        <p:nvSpPr>
          <p:cNvPr id="27" name="Text 21"/>
          <p:cNvSpPr/>
          <p:nvPr/>
        </p:nvSpPr>
        <p:spPr>
          <a:xfrm>
            <a:off x="4909170" y="2941588"/>
            <a:ext cx="1599530" cy="506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7}}</a:t>
            </a:r>
            <a:pPr algn="l"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8}}</a:t>
            </a:r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9}}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733729" y="2803327"/>
            <a:ext cx="1918915" cy="782613"/>
          </a:xfrm>
          <a:prstGeom prst="roundRect">
            <a:avLst>
              <a:gd name="adj" fmla="val 876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719441" y="2803327"/>
            <a:ext cx="57150" cy="782613"/>
          </a:xfrm>
          <a:prstGeom prst="roundRect">
            <a:avLst>
              <a:gd name="adj" fmla="val 10000"/>
            </a:avLst>
          </a:prstGeom>
          <a:solidFill>
            <a:srgbClr val="DA1B2E"/>
          </a:solidFill>
          <a:ln/>
        </p:spPr>
      </p:sp>
      <p:sp>
        <p:nvSpPr>
          <p:cNvPr id="30" name="Text 24"/>
          <p:cNvSpPr/>
          <p:nvPr/>
        </p:nvSpPr>
        <p:spPr>
          <a:xfrm>
            <a:off x="6914852" y="2941588"/>
            <a:ext cx="1599530" cy="506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10}}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5374"/>
            <a:ext cx="2017142" cy="190649"/>
          </a:xfrm>
          <a:prstGeom prst="roundRect">
            <a:avLst>
              <a:gd name="adj" fmla="val 2998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65175" y="529903"/>
            <a:ext cx="2336229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CARD-GRID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715938"/>
            <a:ext cx="3739902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3147" y="1188169"/>
            <a:ext cx="4101331" cy="3223692"/>
          </a:xfrm>
          <a:prstGeom prst="roundRect">
            <a:avLst>
              <a:gd name="adj" fmla="val 536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28265" y="1263030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1}}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8265" y="1517824"/>
            <a:ext cx="3871094" cy="570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4}}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8265" y="2155329"/>
            <a:ext cx="3871094" cy="38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1}}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8265" y="2602781"/>
            <a:ext cx="3871094" cy="44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2000"/>
              </a:spcAft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17256" y="1263030"/>
            <a:ext cx="244360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5}}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17256" y="1584647"/>
            <a:ext cx="2298874" cy="143917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7256" y="1584647"/>
            <a:ext cx="22920" cy="143917"/>
          </a:xfrm>
          <a:prstGeom prst="roundRect">
            <a:avLst>
              <a:gd name="adj" fmla="val 24935"/>
            </a:avLst>
          </a:prstGeom>
          <a:solidFill>
            <a:srgbClr val="DA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7102450" y="1584573"/>
            <a:ext cx="17278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6}}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17256" y="184219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7}}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17256" y="2229371"/>
            <a:ext cx="2298874" cy="143917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7256" y="2229371"/>
            <a:ext cx="22920" cy="143917"/>
          </a:xfrm>
          <a:prstGeom prst="roundRect">
            <a:avLst>
              <a:gd name="adj" fmla="val 24935"/>
            </a:avLst>
          </a:prstGeom>
          <a:solidFill>
            <a:srgbClr val="DA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7102450" y="2229296"/>
            <a:ext cx="17278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8}}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7256" y="2486918"/>
            <a:ext cx="233183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9}}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17256" y="2874094"/>
            <a:ext cx="2298874" cy="143917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17256" y="2874094"/>
            <a:ext cx="45913" cy="143917"/>
          </a:xfrm>
          <a:prstGeom prst="roundRect">
            <a:avLst>
              <a:gd name="adj" fmla="val 12447"/>
            </a:avLst>
          </a:prstGeom>
          <a:solidFill>
            <a:srgbClr val="DA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7102450" y="2874020"/>
            <a:ext cx="17278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10}}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17256" y="3131641"/>
            <a:ext cx="181369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11}}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17256" y="3518818"/>
            <a:ext cx="2212553" cy="143917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17256" y="3518818"/>
            <a:ext cx="221233" cy="143917"/>
          </a:xfrm>
          <a:prstGeom prst="roundRect">
            <a:avLst>
              <a:gd name="adj" fmla="val 3971"/>
            </a:avLst>
          </a:prstGeom>
          <a:solidFill>
            <a:srgbClr val="DA1B2E"/>
          </a:solidFill>
          <a:ln/>
        </p:spPr>
      </p:sp>
      <p:sp>
        <p:nvSpPr>
          <p:cNvPr id="25" name="Text 23"/>
          <p:cNvSpPr/>
          <p:nvPr/>
        </p:nvSpPr>
        <p:spPr>
          <a:xfrm>
            <a:off x="7016130" y="3518743"/>
            <a:ext cx="25911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12}}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7256" y="377636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13}}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7256" y="4040460"/>
            <a:ext cx="3935388" cy="30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2}}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6119" y="4496023"/>
            <a:ext cx="8608963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3}}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535335"/>
            <a:ext cx="2639913" cy="268635"/>
          </a:xfrm>
          <a:prstGeom prst="roundRect">
            <a:avLst>
              <a:gd name="adj" fmla="val 2127"/>
            </a:avLst>
          </a:prstGeom>
          <a:solidFill>
            <a:srgbClr val="F9D2D6"/>
          </a:solidFill>
          <a:ln/>
        </p:spPr>
      </p:sp>
      <p:sp>
        <p:nvSpPr>
          <p:cNvPr id="4" name="Text 1"/>
          <p:cNvSpPr/>
          <p:nvPr/>
        </p:nvSpPr>
        <p:spPr>
          <a:xfrm>
            <a:off x="586457" y="580504"/>
            <a:ext cx="291643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CONTENT + IMAGE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96119" y="855166"/>
            <a:ext cx="4722763" cy="941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pPr algn="l" indent="0" marL="0">
              <a:lnSpc>
                <a:spcPct val="104000"/>
              </a:lnSpc>
              <a:buNone/>
            </a:pPr>
            <a:r>
              <a:rPr lang="en-US" sz="2950" strike="sngStrike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2}}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3}}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722040" y="2132484"/>
            <a:ext cx="4496842" cy="1114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1}}</a:t>
            </a:r>
            <a:pPr algn="l" indent="0" marL="0">
              <a:lnSpc>
                <a:spcPct val="123000"/>
              </a:lnSpc>
              <a:buNone/>
            </a:pPr>
            <a:r>
              <a:rPr lang="en-US" sz="11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96119" y="1988493"/>
            <a:ext cx="19050" cy="1402333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8" name="Shape 5"/>
          <p:cNvSpPr/>
          <p:nvPr/>
        </p:nvSpPr>
        <p:spPr>
          <a:xfrm>
            <a:off x="496119" y="3534817"/>
            <a:ext cx="2297385" cy="1073348"/>
          </a:xfrm>
          <a:prstGeom prst="roundRect">
            <a:avLst>
              <a:gd name="adj" fmla="val 532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95" y="3690193"/>
            <a:ext cx="1882825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1B2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■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51495" y="4007048"/>
            <a:ext cx="1986632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4}}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921496" y="3534817"/>
            <a:ext cx="2297385" cy="1073348"/>
          </a:xfrm>
          <a:prstGeom prst="roundRect">
            <a:avLst>
              <a:gd name="adj" fmla="val 532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76873" y="3690193"/>
            <a:ext cx="1882825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1B2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✚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076873" y="4007048"/>
            <a:ext cx="1986632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5}}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9198"/>
            <a:ext cx="2483569" cy="248245"/>
          </a:xfrm>
          <a:prstGeom prst="roundRect">
            <a:avLst>
              <a:gd name="adj" fmla="val 2302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31688"/>
            <a:ext cx="2770659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CONTENT + CARDS + IMAGE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82762"/>
            <a:ext cx="42849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09266"/>
            <a:ext cx="25828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844129"/>
            <a:ext cx="3902943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1}}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2788146"/>
            <a:ext cx="3902943" cy="729928"/>
          </a:xfrm>
          <a:prstGeom prst="roundRect">
            <a:avLst>
              <a:gd name="adj" fmla="val 783"/>
            </a:avLst>
          </a:prstGeom>
          <a:solidFill>
            <a:srgbClr val="F7BBC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587" y="2988915"/>
            <a:ext cx="141759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2936974"/>
            <a:ext cx="3300487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4}}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5}}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6}}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3645619"/>
            <a:ext cx="436014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7}}</a:t>
            </a:r>
            <a:pPr algn="l" indent="0" marL="0">
              <a:lnSpc>
                <a:spcPct val="120000"/>
              </a:lnSpc>
              <a:buNone/>
            </a:pPr>
            <a:r>
              <a:rPr lang="en-US" sz="1100" u="sng" dirty="0">
                <a:solidFill>
                  <a:srgbClr val="DA1B2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{{Body paragraph 8}}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49701" y="1509266"/>
            <a:ext cx="2689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49701" y="1858268"/>
            <a:ext cx="1894731" cy="1490290"/>
          </a:xfrm>
          <a:prstGeom prst="roundRect">
            <a:avLst>
              <a:gd name="adj" fmla="val 38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0510" y="2019077"/>
            <a:ext cx="15731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3}}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910510" y="2353940"/>
            <a:ext cx="1573113" cy="61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9}}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57839" y="1858268"/>
            <a:ext cx="1894805" cy="1490290"/>
          </a:xfrm>
          <a:prstGeom prst="roundRect">
            <a:avLst>
              <a:gd name="adj" fmla="val 38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18647" y="2019077"/>
            <a:ext cx="15731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4}}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918647" y="2575396"/>
            <a:ext cx="1573188" cy="61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10}}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49701" y="3461965"/>
            <a:ext cx="3902943" cy="1064716"/>
          </a:xfrm>
          <a:prstGeom prst="roundRect">
            <a:avLst>
              <a:gd name="adj" fmla="val 53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10510" y="36227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5}}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910510" y="3957637"/>
            <a:ext cx="3581326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11}}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08558"/>
            <a:ext cx="2794843" cy="289471"/>
          </a:xfrm>
          <a:prstGeom prst="roundRect">
            <a:avLst>
              <a:gd name="adj" fmla="val 197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91741" y="656332"/>
            <a:ext cx="306079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CONTENT + IMAGE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955402"/>
            <a:ext cx="8151763" cy="996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3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67384"/>
            <a:ext cx="398711" cy="3987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745507"/>
            <a:ext cx="19935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96119" y="3080742"/>
            <a:ext cx="2597646" cy="727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1}}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3177" y="2167384"/>
            <a:ext cx="398711" cy="3987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3177" y="2745507"/>
            <a:ext cx="19935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3273177" y="3080742"/>
            <a:ext cx="2597646" cy="14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2}}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0235" y="2167384"/>
            <a:ext cx="398711" cy="3987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50235" y="2745507"/>
            <a:ext cx="203381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3}}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050235" y="3080742"/>
            <a:ext cx="2597646" cy="14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{{Body paragraph 3}}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515838"/>
            <a:ext cx="1955081" cy="183207"/>
          </a:xfrm>
          <a:prstGeom prst="roundRect">
            <a:avLst>
              <a:gd name="adj" fmla="val 3119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47539" y="549250"/>
            <a:ext cx="2278484" cy="11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CONTENT + IMAGE (DENSE)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80640" y="727100"/>
            <a:ext cx="5310932" cy="348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400273" y="1181174"/>
            <a:ext cx="3693244" cy="3446413"/>
          </a:xfrm>
          <a:prstGeom prst="roundRect">
            <a:avLst>
              <a:gd name="adj" fmla="val 486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11820" y="1251421"/>
            <a:ext cx="187910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1}}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1820" y="1495946"/>
            <a:ext cx="3470151" cy="43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1}}</a:t>
            </a:r>
            <a:endParaRPr lang="en-US" sz="8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1820" y="2011412"/>
            <a:ext cx="223168" cy="223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796" y="2049735"/>
            <a:ext cx="1756470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2}}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796" y="2294260"/>
            <a:ext cx="3159175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2}}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820" y="2725713"/>
            <a:ext cx="223168" cy="223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796" y="2764036"/>
            <a:ext cx="217467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3}}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796" y="3008561"/>
            <a:ext cx="3159175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3}}</a:t>
            </a:r>
            <a:endParaRPr lang="en-US" sz="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1820" y="3440013"/>
            <a:ext cx="223168" cy="223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796" y="3478337"/>
            <a:ext cx="1756470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4}}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22796" y="3722861"/>
            <a:ext cx="3159175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4}}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4290120" y="1251421"/>
            <a:ext cx="254823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5}}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290120" y="1504727"/>
            <a:ext cx="4378003" cy="3043833"/>
          </a:xfrm>
          <a:prstGeom prst="roundRect">
            <a:avLst>
              <a:gd name="adj" fmla="val 188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294882" y="1509489"/>
            <a:ext cx="4368478" cy="758577"/>
          </a:xfrm>
          <a:prstGeom prst="roundRect">
            <a:avLst>
              <a:gd name="adj" fmla="val 753"/>
            </a:avLst>
          </a:prstGeom>
          <a:solidFill>
            <a:srgbClr val="F2EEEE"/>
          </a:solidFill>
          <a:ln/>
        </p:spPr>
      </p:sp>
      <p:sp>
        <p:nvSpPr>
          <p:cNvPr id="20" name="Text 15"/>
          <p:cNvSpPr/>
          <p:nvPr/>
        </p:nvSpPr>
        <p:spPr>
          <a:xfrm>
            <a:off x="4406429" y="1621036"/>
            <a:ext cx="142190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6}}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406429" y="1865561"/>
            <a:ext cx="4145384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5}}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294882" y="2268066"/>
            <a:ext cx="4368478" cy="7585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3" name="Shape 18"/>
          <p:cNvSpPr/>
          <p:nvPr/>
        </p:nvSpPr>
        <p:spPr>
          <a:xfrm>
            <a:off x="4294882" y="2268066"/>
            <a:ext cx="4368478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4" name="Text 19"/>
          <p:cNvSpPr/>
          <p:nvPr/>
        </p:nvSpPr>
        <p:spPr>
          <a:xfrm>
            <a:off x="4406429" y="2379613"/>
            <a:ext cx="209103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7}}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406429" y="2624138"/>
            <a:ext cx="4145384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6}}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294882" y="3026643"/>
            <a:ext cx="4368478" cy="7585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7" name="Shape 22"/>
          <p:cNvSpPr/>
          <p:nvPr/>
        </p:nvSpPr>
        <p:spPr>
          <a:xfrm>
            <a:off x="4294882" y="3026643"/>
            <a:ext cx="4368478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8" name="Text 23"/>
          <p:cNvSpPr/>
          <p:nvPr/>
        </p:nvSpPr>
        <p:spPr>
          <a:xfrm>
            <a:off x="4406429" y="3138190"/>
            <a:ext cx="1923752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8}}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406429" y="3382714"/>
            <a:ext cx="4145384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7}}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294882" y="3785220"/>
            <a:ext cx="4368478" cy="75857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31" name="Shape 26"/>
          <p:cNvSpPr/>
          <p:nvPr/>
        </p:nvSpPr>
        <p:spPr>
          <a:xfrm>
            <a:off x="4294882" y="3785220"/>
            <a:ext cx="4368478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2" name="Text 27"/>
          <p:cNvSpPr/>
          <p:nvPr/>
        </p:nvSpPr>
        <p:spPr>
          <a:xfrm>
            <a:off x="4406429" y="3896767"/>
            <a:ext cx="139481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{{Body paragraph 9}}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406429" y="4141291"/>
            <a:ext cx="4145384" cy="2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8}}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0840" y="431899"/>
            <a:ext cx="1671414" cy="150986"/>
          </a:xfrm>
          <a:prstGeom prst="roundRect">
            <a:avLst>
              <a:gd name="adj" fmla="val 3785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468064" y="460474"/>
            <a:ext cx="2014165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IMAGE-GRID + CARD-GRID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10840" y="603424"/>
            <a:ext cx="7038752" cy="298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0840" y="1036290"/>
            <a:ext cx="190723" cy="1907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0840" y="1291158"/>
            <a:ext cx="1501378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1}}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0840" y="1491481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1}}</a:t>
            </a:r>
            <a:endParaRPr lang="en-US" sz="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840" y="1711523"/>
            <a:ext cx="190723" cy="1907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0840" y="1966392"/>
            <a:ext cx="2573834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2}}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10840" y="2166714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2}}</a:t>
            </a:r>
            <a:endParaRPr lang="en-US" sz="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840" y="2386757"/>
            <a:ext cx="190723" cy="1907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0840" y="2641625"/>
            <a:ext cx="119233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3}}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10840" y="2841947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3}}</a:t>
            </a:r>
            <a:endParaRPr lang="en-US" sz="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840" y="3061990"/>
            <a:ext cx="190723" cy="1907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0840" y="3316858"/>
            <a:ext cx="119233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4}}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10840" y="3517181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4}}</a:t>
            </a:r>
            <a:endParaRPr lang="en-US" sz="7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0840" y="3737223"/>
            <a:ext cx="190723" cy="19072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10840" y="3992091"/>
            <a:ext cx="1858863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5}}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410840" y="4192414"/>
            <a:ext cx="3617044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5}}</a:t>
            </a:r>
            <a:endParaRPr lang="en-US" sz="750" dirty="0"/>
          </a:p>
        </p:txBody>
      </p:sp>
      <p:sp>
        <p:nvSpPr>
          <p:cNvPr id="20" name="Shape 13"/>
          <p:cNvSpPr/>
          <p:nvPr/>
        </p:nvSpPr>
        <p:spPr>
          <a:xfrm>
            <a:off x="4196581" y="978545"/>
            <a:ext cx="4609951" cy="3388965"/>
          </a:xfrm>
          <a:prstGeom prst="roundRect">
            <a:avLst>
              <a:gd name="adj" fmla="val 422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4291905" y="1029891"/>
            <a:ext cx="2816498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6}}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4291905" y="1236613"/>
            <a:ext cx="4419302" cy="517847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391992" y="1336700"/>
            <a:ext cx="1501378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7}}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391992" y="1537022"/>
            <a:ext cx="4219129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6}}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4291905" y="1805806"/>
            <a:ext cx="4419302" cy="517847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91992" y="1905893"/>
            <a:ext cx="1644402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8}}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391992" y="2106216"/>
            <a:ext cx="4219129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7}}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4291905" y="2374999"/>
            <a:ext cx="4419302" cy="517847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391992" y="2475086"/>
            <a:ext cx="128691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9}}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4391992" y="2675409"/>
            <a:ext cx="4219129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8}}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4291905" y="2944192"/>
            <a:ext cx="4419302" cy="517847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391992" y="3044279"/>
            <a:ext cx="119233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body 10}}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391992" y="3244602"/>
            <a:ext cx="4219129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9}}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410840" y="4425255"/>
            <a:ext cx="8322320" cy="286345"/>
          </a:xfrm>
          <a:prstGeom prst="roundRect">
            <a:avLst>
              <a:gd name="adj" fmla="val 1996"/>
            </a:avLst>
          </a:prstGeom>
          <a:solidFill>
            <a:srgbClr val="F7BBC1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164" y="4551462"/>
            <a:ext cx="119211" cy="953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20700" y="4500414"/>
            <a:ext cx="8374335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{{Caption / fine print 10}}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8878"/>
            <a:ext cx="2328565" cy="228451"/>
          </a:xfrm>
          <a:prstGeom prst="roundRect">
            <a:avLst>
              <a:gd name="adj" fmla="val 2502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75816" y="588690"/>
            <a:ext cx="26263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— CARD-GRID (COMPARE)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817141"/>
            <a:ext cx="7633618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{{Slide title (h2) 1}}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00496" y="1381944"/>
            <a:ext cx="4105052" cy="3212604"/>
          </a:xfrm>
          <a:prstGeom prst="roundRect">
            <a:avLst>
              <a:gd name="adj" fmla="val 621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3400" y="1481584"/>
            <a:ext cx="255031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1}}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3400" y="1788914"/>
            <a:ext cx="383924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1}}</a:t>
            </a:r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2}}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3}}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" y="2273052"/>
            <a:ext cx="265807" cy="26580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3776" y="231866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2}}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23776" y="2625998"/>
            <a:ext cx="34488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4}}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3011388"/>
            <a:ext cx="265807" cy="2658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3776" y="305700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3}}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23776" y="3364334"/>
            <a:ext cx="34488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5}}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" y="3749725"/>
            <a:ext cx="265807" cy="26580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3776" y="3795340"/>
            <a:ext cx="239218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4}}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23776" y="4102671"/>
            <a:ext cx="34488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6}}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738836" y="1481584"/>
            <a:ext cx="245067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5}}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38836" y="1788914"/>
            <a:ext cx="391380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7}}</a:t>
            </a:r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8}}</a:t>
            </a:r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9}}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38836" y="2273052"/>
            <a:ext cx="3913808" cy="768697"/>
          </a:xfrm>
          <a:prstGeom prst="roundRect">
            <a:avLst>
              <a:gd name="adj" fmla="val 743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876502" y="241071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6}}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76502" y="2718048"/>
            <a:ext cx="363847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10}}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38836" y="3141390"/>
            <a:ext cx="3913808" cy="1341090"/>
          </a:xfrm>
          <a:prstGeom prst="roundRect">
            <a:avLst>
              <a:gd name="adj" fmla="val 426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876502" y="3279056"/>
            <a:ext cx="189376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{{Card heading 7}}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876502" y="3586386"/>
            <a:ext cx="3638476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{{Card body 11}}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{{Card body 12}}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{{Card body 13}}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{{Card body 14}}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504974"/>
            <a:ext cx="3246834" cy="348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06103" y="994172"/>
            <a:ext cx="14288" cy="3644354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717314" y="1112490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80603" y="994172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2387" y="1015045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4059" y="1032495"/>
            <a:ext cx="2843808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{{SECTION_1_TITLE}}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64059" y="1248891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{{SECTION_1_SUBTITLE}}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7314" y="1653183"/>
            <a:ext cx="334714" cy="14288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10" name="Shape 8"/>
          <p:cNvSpPr/>
          <p:nvPr/>
        </p:nvSpPr>
        <p:spPr>
          <a:xfrm>
            <a:off x="480603" y="1534864"/>
            <a:ext cx="250999" cy="250999"/>
          </a:xfrm>
          <a:prstGeom prst="roundRect">
            <a:avLst>
              <a:gd name="adj" fmla="val 2277"/>
            </a:avLst>
          </a:prstGeom>
          <a:solidFill>
            <a:srgbClr val="DA1B2E"/>
          </a:solidFill>
          <a:ln w="4763">
            <a:solidFill>
              <a:srgbClr val="F33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2387" y="1555738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4059" y="1573188"/>
            <a:ext cx="2843808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{{SECTION_2_TITLE}}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64059" y="1789584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{{SECTION_2_SUBTITLE}}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7314" y="2193875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603" y="2075557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387" y="2096430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4059" y="2113880"/>
            <a:ext cx="158918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{{SECTION_3_TITLE}}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64059" y="2330276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{{SECTION_3_SUBTITLE}}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7314" y="2734568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603" y="2616250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2387" y="2637123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4059" y="2654573"/>
            <a:ext cx="25928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{{SECTION_4_TITLE}}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64059" y="2870969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{{SECTION_4_SUBTITLE}}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7314" y="3275261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603" y="3156942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2387" y="3177815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4059" y="3195265"/>
            <a:ext cx="2425601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{{SECTION_5_TITLE}}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64059" y="3411662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{{SECTION_5_SUBTITLE}}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7314" y="3815953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603" y="3697635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2387" y="3718508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64059" y="3735958"/>
            <a:ext cx="25928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{{SECTION_6_TITLE}}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64059" y="3952354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{{SECTION_6_SUBTITLE}}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7314" y="4356646"/>
            <a:ext cx="334714" cy="14288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480603" y="4238327"/>
            <a:ext cx="250999" cy="250999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4763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2387" y="4259200"/>
            <a:ext cx="167357" cy="209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64059" y="4276651"/>
            <a:ext cx="1505545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{{SECTION_7_TITLE}}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64059" y="4493047"/>
            <a:ext cx="7499300" cy="145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{{SECTION_7_SUBTITLE}}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pill"/>
          <p:cNvSpPr/>
          <p:nvPr/>
        </p:nvSpPr>
        <p:spPr>
          <a:xfrm>
            <a:off x="384048" y="292608"/>
            <a:ext cx="3840480" cy="274320"/>
          </a:xfrm>
          <a:prstGeom prst="roundRect">
            <a:avLst>
              <a:gd name="adj" fmla="val 2100"/>
            </a:avLst>
          </a:prstGeom>
          <a:solidFill>
            <a:srgbClr val="F9D2D6"/>
          </a:solidFill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950" dirty="0">
                <a:solidFill>
                  <a:srgbClr val="1F1E1E"/>
                </a:solidFill>
                <a:latin typeface="Roboto Mono Medium"/>
              </a:rPr>
              <a:t>TEMPLATE — CARD-ROW (LEAD + 3 CARDS)</a:t>
            </a:r>
          </a:p>
        </p:txBody>
      </p:sp>
      <p:sp>
        <p:nvSpPr>
          <p:cNvPr id="3" name="Title"/>
          <p:cNvSpPr/>
          <p:nvPr/>
        </p:nvSpPr>
        <p:spPr>
          <a:xfrm>
            <a:off x="493776" y="777240"/>
            <a:ext cx="8147304" cy="960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2800" dirty="0">
                <a:solidFill>
                  <a:srgbClr val="1F1E1E"/>
                </a:solidFill>
                <a:latin typeface="Roboto Mono Medium"/>
              </a:rPr>
              <a:t>{{Slide title (h2) 14}}</a:t>
            </a:r>
          </a:p>
        </p:txBody>
      </p:sp>
      <p:sp>
        <p:nvSpPr>
          <p:cNvPr id="4" name="Lead paragraph"/>
          <p:cNvSpPr/>
          <p:nvPr/>
        </p:nvSpPr>
        <p:spPr>
          <a:xfrm>
            <a:off x="493776" y="1874520"/>
            <a:ext cx="8147304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200" dirty="0">
                <a:solidFill>
                  <a:srgbClr val="3B3535"/>
                </a:solidFill>
                <a:latin typeface="Roboto"/>
              </a:rPr>
              <a:t>{{Lead paragraph 14 — 1–2 sentences framing the parallel concepts that follow as a row of equal-width cards. Source spec: §7.4.}}</a:t>
            </a:r>
          </a:p>
        </p:txBody>
      </p:sp>
      <p:sp>
        <p:nvSpPr>
          <p:cNvPr id="5" name="Card 1 outer"/>
          <p:cNvSpPr/>
          <p:nvPr/>
        </p:nvSpPr>
        <p:spPr>
          <a:xfrm>
            <a:off x="493776" y="2926080"/>
            <a:ext cx="2581656" cy="1691640"/>
          </a:xfrm>
          <a:prstGeom prst="roundRect">
            <a:avLst>
              <a:gd name="adj" fmla="val 340"/>
            </a:avLst>
          </a:prstGeom>
          <a:solidFill>
            <a:srgbClr val="F2EEEE"/>
          </a:solidFill>
          <a:ln>
            <a:noFill/>
          </a:ln>
        </p:spPr>
        <p:txBody>
          <a:bodyPr lIns="0" tIns="0" rIns="0" bIns="0" wrap="square"/>
          <a:lstStyle/>
          <a:p/>
        </p:txBody>
      </p:sp>
      <p:sp>
        <p:nvSpPr>
          <p:cNvPr id="6" name="Card 1 icon chip"/>
          <p:cNvSpPr/>
          <p:nvPr/>
        </p:nvSpPr>
        <p:spPr>
          <a:xfrm>
            <a:off x="676656" y="3108960"/>
            <a:ext cx="384048" cy="384048"/>
          </a:xfrm>
          <a:prstGeom prst="ellipse">
            <a:avLst/>
          </a:prstGeom>
          <a:solidFill>
            <a:srgbClr val="DA1B2E"/>
          </a:solidFill>
          <a:ln>
            <a:noFill/>
          </a:ln>
        </p:spPr>
        <p:txBody>
          <a:bodyPr lIns="0" tIns="0" rIns="0" bIns="0" wrap="square"/>
          <a:lstStyle/>
          <a:p/>
        </p:txBody>
      </p:sp>
      <p:sp>
        <p:nvSpPr>
          <p:cNvPr id="7" name="Card 1 icon glyph (stand-in)"/>
          <p:cNvSpPr/>
          <p:nvPr/>
        </p:nvSpPr>
        <p:spPr>
          <a:xfrm>
            <a:off x="772668" y="3204972"/>
            <a:ext cx="192024" cy="192024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lIns="0" tIns="0" rIns="0" bIns="0" wrap="square"/>
          <a:lstStyle/>
          <a:p/>
        </p:txBody>
      </p:sp>
      <p:sp>
        <p:nvSpPr>
          <p:cNvPr id="8" name="Card 1 heading"/>
          <p:cNvSpPr/>
          <p:nvPr/>
        </p:nvSpPr>
        <p:spPr>
          <a:xfrm>
            <a:off x="676656" y="3657600"/>
            <a:ext cx="2215896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350" dirty="0">
                <a:solidFill>
                  <a:srgbClr val="1F1E1E"/>
                </a:solidFill>
                <a:latin typeface="Roboto Mono Medium"/>
              </a:rPr>
              <a:t>{{Card heading 1}}</a:t>
            </a:r>
          </a:p>
        </p:txBody>
      </p:sp>
      <p:sp>
        <p:nvSpPr>
          <p:cNvPr id="9" name="Card 1 body"/>
          <p:cNvSpPr/>
          <p:nvPr/>
        </p:nvSpPr>
        <p:spPr>
          <a:xfrm>
            <a:off x="676656" y="3977640"/>
            <a:ext cx="2215896" cy="548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100" dirty="0">
                <a:solidFill>
                  <a:srgbClr val="3B3535"/>
                </a:solidFill>
                <a:latin typeface="Roboto"/>
              </a:rPr>
              <a:t>{{Card body 1 — 1–2 short sentences.}}</a:t>
            </a:r>
          </a:p>
        </p:txBody>
      </p:sp>
      <p:sp>
        <p:nvSpPr>
          <p:cNvPr id="10" name="Card 2 outer"/>
          <p:cNvSpPr/>
          <p:nvPr/>
        </p:nvSpPr>
        <p:spPr>
          <a:xfrm>
            <a:off x="3276600" y="2926080"/>
            <a:ext cx="2581656" cy="1691640"/>
          </a:xfrm>
          <a:prstGeom prst="roundRect">
            <a:avLst>
              <a:gd name="adj" fmla="val 340"/>
            </a:avLst>
          </a:prstGeom>
          <a:solidFill>
            <a:srgbClr val="F2EEEE"/>
          </a:solidFill>
          <a:ln>
            <a:noFill/>
          </a:ln>
        </p:spPr>
        <p:txBody>
          <a:bodyPr lIns="0" tIns="0" rIns="0" bIns="0" wrap="square"/>
          <a:lstStyle/>
          <a:p/>
        </p:txBody>
      </p:sp>
      <p:sp>
        <p:nvSpPr>
          <p:cNvPr id="11" name="Card 2 icon chip"/>
          <p:cNvSpPr/>
          <p:nvPr/>
        </p:nvSpPr>
        <p:spPr>
          <a:xfrm>
            <a:off x="3459480" y="3108960"/>
            <a:ext cx="384048" cy="384048"/>
          </a:xfrm>
          <a:prstGeom prst="ellipse">
            <a:avLst/>
          </a:prstGeom>
          <a:solidFill>
            <a:srgbClr val="DA1B2E"/>
          </a:solidFill>
          <a:ln>
            <a:noFill/>
          </a:ln>
        </p:spPr>
        <p:txBody>
          <a:bodyPr lIns="0" tIns="0" rIns="0" bIns="0" wrap="square"/>
          <a:lstStyle/>
          <a:p/>
        </p:txBody>
      </p:sp>
      <p:sp>
        <p:nvSpPr>
          <p:cNvPr id="12" name="Card 2 icon glyph (stand-in)"/>
          <p:cNvSpPr/>
          <p:nvPr/>
        </p:nvSpPr>
        <p:spPr>
          <a:xfrm>
            <a:off x="3555492" y="3204972"/>
            <a:ext cx="192024" cy="192024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lIns="0" tIns="0" rIns="0" bIns="0" wrap="square"/>
          <a:lstStyle/>
          <a:p/>
        </p:txBody>
      </p:sp>
      <p:sp>
        <p:nvSpPr>
          <p:cNvPr id="13" name="Card 2 heading"/>
          <p:cNvSpPr/>
          <p:nvPr/>
        </p:nvSpPr>
        <p:spPr>
          <a:xfrm>
            <a:off x="3459480" y="3657600"/>
            <a:ext cx="2215896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350" dirty="0">
                <a:solidFill>
                  <a:srgbClr val="1F1E1E"/>
                </a:solidFill>
                <a:latin typeface="Roboto Mono Medium"/>
              </a:rPr>
              <a:t>{{Card heading 2}}</a:t>
            </a:r>
          </a:p>
        </p:txBody>
      </p:sp>
      <p:sp>
        <p:nvSpPr>
          <p:cNvPr id="14" name="Card 2 body"/>
          <p:cNvSpPr/>
          <p:nvPr/>
        </p:nvSpPr>
        <p:spPr>
          <a:xfrm>
            <a:off x="3459480" y="3977640"/>
            <a:ext cx="2215896" cy="548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100" dirty="0">
                <a:solidFill>
                  <a:srgbClr val="3B3535"/>
                </a:solidFill>
                <a:latin typeface="Roboto"/>
              </a:rPr>
              <a:t>{{Card body 2 — 1–2 short sentences.}}</a:t>
            </a:r>
          </a:p>
        </p:txBody>
      </p:sp>
      <p:sp>
        <p:nvSpPr>
          <p:cNvPr id="15" name="Card 3 outer"/>
          <p:cNvSpPr/>
          <p:nvPr/>
        </p:nvSpPr>
        <p:spPr>
          <a:xfrm>
            <a:off x="6059424" y="2926080"/>
            <a:ext cx="2581656" cy="1691640"/>
          </a:xfrm>
          <a:prstGeom prst="roundRect">
            <a:avLst>
              <a:gd name="adj" fmla="val 340"/>
            </a:avLst>
          </a:prstGeom>
          <a:solidFill>
            <a:srgbClr val="F2EEEE"/>
          </a:solidFill>
          <a:ln>
            <a:noFill/>
          </a:ln>
        </p:spPr>
        <p:txBody>
          <a:bodyPr lIns="0" tIns="0" rIns="0" bIns="0" wrap="square"/>
          <a:lstStyle/>
          <a:p/>
        </p:txBody>
      </p:sp>
      <p:sp>
        <p:nvSpPr>
          <p:cNvPr id="16" name="Card 3 icon chip"/>
          <p:cNvSpPr/>
          <p:nvPr/>
        </p:nvSpPr>
        <p:spPr>
          <a:xfrm>
            <a:off x="6242304" y="3108960"/>
            <a:ext cx="384048" cy="384048"/>
          </a:xfrm>
          <a:prstGeom prst="ellipse">
            <a:avLst/>
          </a:prstGeom>
          <a:solidFill>
            <a:srgbClr val="DA1B2E"/>
          </a:solidFill>
          <a:ln>
            <a:noFill/>
          </a:ln>
        </p:spPr>
        <p:txBody>
          <a:bodyPr lIns="0" tIns="0" rIns="0" bIns="0" wrap="square"/>
          <a:lstStyle/>
          <a:p/>
        </p:txBody>
      </p:sp>
      <p:sp>
        <p:nvSpPr>
          <p:cNvPr id="17" name="Card 3 icon glyph (stand-in)"/>
          <p:cNvSpPr/>
          <p:nvPr/>
        </p:nvSpPr>
        <p:spPr>
          <a:xfrm>
            <a:off x="6338316" y="3204972"/>
            <a:ext cx="192024" cy="192024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lIns="0" tIns="0" rIns="0" bIns="0" wrap="square"/>
          <a:lstStyle/>
          <a:p/>
        </p:txBody>
      </p:sp>
      <p:sp>
        <p:nvSpPr>
          <p:cNvPr id="18" name="Card 3 heading"/>
          <p:cNvSpPr/>
          <p:nvPr/>
        </p:nvSpPr>
        <p:spPr>
          <a:xfrm>
            <a:off x="6242304" y="3657600"/>
            <a:ext cx="2215896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350" dirty="0">
                <a:solidFill>
                  <a:srgbClr val="1F1E1E"/>
                </a:solidFill>
                <a:latin typeface="Roboto Mono Medium"/>
              </a:rPr>
              <a:t>{{Card heading 3}}</a:t>
            </a:r>
          </a:p>
        </p:txBody>
      </p:sp>
      <p:sp>
        <p:nvSpPr>
          <p:cNvPr id="19" name="Card 3 body"/>
          <p:cNvSpPr/>
          <p:nvPr/>
        </p:nvSpPr>
        <p:spPr>
          <a:xfrm>
            <a:off x="6242304" y="3977640"/>
            <a:ext cx="2215896" cy="548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100" dirty="0">
                <a:solidFill>
                  <a:srgbClr val="3B3535"/>
                </a:solidFill>
                <a:latin typeface="Roboto"/>
              </a:rPr>
              <a:t>{{Card body 3 — 1–2 short sentences.}}</a:t>
            </a:r>
          </a:p>
        </p:txBody>
      </p:sp>
      <p:sp>
        <p:nvSpPr>
          <p:cNvPr id="20" name="Source line"/>
          <p:cNvSpPr/>
          <p:nvPr/>
        </p:nvSpPr>
        <p:spPr>
          <a:xfrm>
            <a:off x="493776" y="4846320"/>
            <a:ext cx="814730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900" i="1" dirty="0">
                <a:solidFill>
                  <a:srgbClr val="6A737D"/>
                </a:solidFill>
                <a:latin typeface="Roboto"/>
              </a:rPr>
              <a:t>{{Fuente: &lt;source title&gt; — optional, omit when content is synthesized}}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pill"/>
          <p:cNvSpPr/>
          <p:nvPr/>
        </p:nvSpPr>
        <p:spPr>
          <a:xfrm>
            <a:off x="384048" y="292608"/>
            <a:ext cx="3840480" cy="274320"/>
          </a:xfrm>
          <a:prstGeom prst="roundRect">
            <a:avLst>
              <a:gd name="adj" fmla="val 2100"/>
            </a:avLst>
          </a:prstGeom>
          <a:solidFill>
            <a:srgbClr val="F9D2D6"/>
          </a:solidFill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950" dirty="0">
                <a:solidFill>
                  <a:srgbClr val="1F1E1E"/>
                </a:solidFill>
                <a:latin typeface="Roboto Mono Medium"/>
              </a:rPr>
              <a:t>TEMPLATE — ICON-BULLET LIST (LEAD + 3 ITEMS)</a:t>
            </a:r>
          </a:p>
        </p:txBody>
      </p:sp>
      <p:sp>
        <p:nvSpPr>
          <p:cNvPr id="3" name="Title"/>
          <p:cNvSpPr/>
          <p:nvPr/>
        </p:nvSpPr>
        <p:spPr>
          <a:xfrm>
            <a:off x="493776" y="777240"/>
            <a:ext cx="8147304" cy="960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2800" dirty="0">
                <a:solidFill>
                  <a:srgbClr val="1F1E1E"/>
                </a:solidFill>
                <a:latin typeface="Roboto Mono Medium"/>
              </a:rPr>
              <a:t>{{Slide title (h2) 15}}</a:t>
            </a:r>
          </a:p>
        </p:txBody>
      </p:sp>
      <p:sp>
        <p:nvSpPr>
          <p:cNvPr id="4" name="Lead paragraph"/>
          <p:cNvSpPr/>
          <p:nvPr/>
        </p:nvSpPr>
        <p:spPr>
          <a:xfrm>
            <a:off x="493776" y="1874520"/>
            <a:ext cx="8147304" cy="777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200" dirty="0">
                <a:solidFill>
                  <a:srgbClr val="3B3535"/>
                </a:solidFill>
                <a:latin typeface="Roboto"/>
              </a:rPr>
              <a:t>{{Lead paragraph 15 — 1–2 sentences (inline **bold** supported) framing the items that follow as a vertical stack with line-art icons. Source spec: §7.5.}}</a:t>
            </a:r>
          </a:p>
        </p:txBody>
      </p:sp>
      <p:sp>
        <p:nvSpPr>
          <p:cNvPr id="5" name="Row 1 icon (stand-in)"/>
          <p:cNvSpPr/>
          <p:nvPr/>
        </p:nvSpPr>
        <p:spPr>
          <a:xfrm>
            <a:off x="493776" y="2871216"/>
            <a:ext cx="384048" cy="384048"/>
          </a:xfrm>
          <a:prstGeom prst="ellipse">
            <a:avLst/>
          </a:prstGeom>
          <a:noFill/>
          <a:ln w="25400">
            <a:solidFill>
              <a:srgbClr val="DA1B2E"/>
            </a:solidFill>
          </a:ln>
        </p:spPr>
        <p:txBody>
          <a:bodyPr lIns="0" tIns="0" rIns="0" bIns="0" wrap="square"/>
          <a:lstStyle/>
          <a:p/>
        </p:txBody>
      </p:sp>
      <p:sp>
        <p:nvSpPr>
          <p:cNvPr id="6" name="Row 1 heading"/>
          <p:cNvSpPr/>
          <p:nvPr/>
        </p:nvSpPr>
        <p:spPr>
          <a:xfrm>
            <a:off x="1060704" y="2880360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350" dirty="0">
                <a:solidFill>
                  <a:srgbClr val="1F1E1E"/>
                </a:solidFill>
                <a:latin typeface="Roboto Mono Medium"/>
              </a:rPr>
              <a:t>{{Row heading 1}}</a:t>
            </a:r>
          </a:p>
        </p:txBody>
      </p:sp>
      <p:sp>
        <p:nvSpPr>
          <p:cNvPr id="7" name="Row 1 body"/>
          <p:cNvSpPr/>
          <p:nvPr/>
        </p:nvSpPr>
        <p:spPr>
          <a:xfrm>
            <a:off x="1060704" y="3200400"/>
            <a:ext cx="70866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100" dirty="0">
                <a:solidFill>
                  <a:srgbClr val="3B3535"/>
                </a:solidFill>
                <a:latin typeface="Roboto"/>
              </a:rPr>
              <a:t>{{Row body 1 — 2–3 sentences of prose. Each item gets real horizontal room so the reader can absorb the explanation.}}</a:t>
            </a:r>
          </a:p>
        </p:txBody>
      </p:sp>
      <p:sp>
        <p:nvSpPr>
          <p:cNvPr id="8" name="Row 2 icon (stand-in)"/>
          <p:cNvSpPr/>
          <p:nvPr/>
        </p:nvSpPr>
        <p:spPr>
          <a:xfrm>
            <a:off x="493776" y="3549396"/>
            <a:ext cx="384048" cy="384048"/>
          </a:xfrm>
          <a:prstGeom prst="ellipse">
            <a:avLst/>
          </a:prstGeom>
          <a:noFill/>
          <a:ln w="25400">
            <a:solidFill>
              <a:srgbClr val="DA1B2E"/>
            </a:solidFill>
          </a:ln>
        </p:spPr>
        <p:txBody>
          <a:bodyPr lIns="0" tIns="0" rIns="0" bIns="0" wrap="square"/>
          <a:lstStyle/>
          <a:p/>
        </p:txBody>
      </p:sp>
      <p:sp>
        <p:nvSpPr>
          <p:cNvPr id="9" name="Row 2 heading"/>
          <p:cNvSpPr/>
          <p:nvPr/>
        </p:nvSpPr>
        <p:spPr>
          <a:xfrm>
            <a:off x="1060704" y="3558540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350" dirty="0">
                <a:solidFill>
                  <a:srgbClr val="1F1E1E"/>
                </a:solidFill>
                <a:latin typeface="Roboto Mono Medium"/>
              </a:rPr>
              <a:t>{{Row heading 2}}</a:t>
            </a:r>
          </a:p>
        </p:txBody>
      </p:sp>
      <p:sp>
        <p:nvSpPr>
          <p:cNvPr id="10" name="Row 2 body"/>
          <p:cNvSpPr/>
          <p:nvPr/>
        </p:nvSpPr>
        <p:spPr>
          <a:xfrm>
            <a:off x="1060704" y="3878580"/>
            <a:ext cx="70866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100" dirty="0">
                <a:solidFill>
                  <a:srgbClr val="3B3535"/>
                </a:solidFill>
                <a:latin typeface="Roboto"/>
              </a:rPr>
              <a:t>{{Row body 2 — 2–3 sentences of prose. Each item gets real horizontal room so the reader can absorb the explanation.}}</a:t>
            </a:r>
          </a:p>
        </p:txBody>
      </p:sp>
      <p:sp>
        <p:nvSpPr>
          <p:cNvPr id="11" name="Row 3 icon (stand-in)"/>
          <p:cNvSpPr/>
          <p:nvPr/>
        </p:nvSpPr>
        <p:spPr>
          <a:xfrm>
            <a:off x="493776" y="4227576"/>
            <a:ext cx="384048" cy="384048"/>
          </a:xfrm>
          <a:prstGeom prst="ellipse">
            <a:avLst/>
          </a:prstGeom>
          <a:noFill/>
          <a:ln w="25400">
            <a:solidFill>
              <a:srgbClr val="DA1B2E"/>
            </a:solidFill>
          </a:ln>
        </p:spPr>
        <p:txBody>
          <a:bodyPr lIns="0" tIns="0" rIns="0" bIns="0" wrap="square"/>
          <a:lstStyle/>
          <a:p/>
        </p:txBody>
      </p:sp>
      <p:sp>
        <p:nvSpPr>
          <p:cNvPr id="12" name="Row 3 heading"/>
          <p:cNvSpPr/>
          <p:nvPr/>
        </p:nvSpPr>
        <p:spPr>
          <a:xfrm>
            <a:off x="1060704" y="4236720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350" dirty="0">
                <a:solidFill>
                  <a:srgbClr val="1F1E1E"/>
                </a:solidFill>
                <a:latin typeface="Roboto Mono Medium"/>
              </a:rPr>
              <a:t>{{Row heading 3}}</a:t>
            </a:r>
          </a:p>
        </p:txBody>
      </p:sp>
      <p:sp>
        <p:nvSpPr>
          <p:cNvPr id="13" name="Row 3 body"/>
          <p:cNvSpPr/>
          <p:nvPr/>
        </p:nvSpPr>
        <p:spPr>
          <a:xfrm>
            <a:off x="1060704" y="4556760"/>
            <a:ext cx="70866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1100" dirty="0">
                <a:solidFill>
                  <a:srgbClr val="3B3535"/>
                </a:solidFill>
                <a:latin typeface="Roboto"/>
              </a:rPr>
              <a:t>{{Row body 3 — 2–3 sentences of prose. Each item gets real horizontal room so the reader can absorb the explanation.}}</a:t>
            </a:r>
          </a:p>
        </p:txBody>
      </p:sp>
      <p:sp>
        <p:nvSpPr>
          <p:cNvPr id="14" name="Source line"/>
          <p:cNvSpPr/>
          <p:nvPr/>
        </p:nvSpPr>
        <p:spPr>
          <a:xfrm>
            <a:off x="493776" y="4846320"/>
            <a:ext cx="8147304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square" anchor="t"/>
          <a:lstStyle/>
          <a:p>
            <a:pPr algn="l"/>
            <a:r>
              <a:rPr lang="es-ES" sz="900" i="1" dirty="0">
                <a:solidFill>
                  <a:srgbClr val="6A737D"/>
                </a:solidFill>
                <a:latin typeface="Roboto"/>
              </a:rPr>
              <a:t>{{Fuente: &lt;source title&gt; — optional}}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2026-05-22T22:59:23Z</dcterms:created>
  <dcterms:modified xsi:type="dcterms:W3CDTF">2026-05-22T22:59:23Z</dcterms:modified>
</cp:coreProperties>
</file>