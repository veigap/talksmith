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9.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2.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7.png"/><Relationship Id="rId5" Type="http://schemas.openxmlformats.org/officeDocument/2006/relationships/image" Target="../media/image69.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8.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6.png"/><Relationship Id="rId5" Type="http://schemas.openxmlformats.org/officeDocument/2006/relationships/image" Target="../media/image8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5.png"/><Relationship Id="rId4" Type="http://schemas.openxmlformats.org/officeDocument/2006/relationships/image" Target="../media/image88.png"/><Relationship Id="rId5" Type="http://schemas.openxmlformats.org/officeDocument/2006/relationships/image" Target="../media/image46.png"/><Relationship Id="rId6" Type="http://schemas.openxmlformats.org/officeDocument/2006/relationships/image" Target="../media/image89.png"/><Relationship Id="rId7"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2.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66.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3.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4.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9.png"/><Relationship Id="rId4" Type="http://schemas.openxmlformats.org/officeDocument/2006/relationships/image" Target="../media/image10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76.png"/><Relationship Id="rId4"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707041"/>
            <a:ext cx="8146256" cy="730568"/>
          </a:xfrm>
          <a:prstGeom prst="rect">
            <a:avLst/>
          </a:prstGeom>
          <a:noFill/>
        </p:spPr>
        <p:txBody>
          <a:bodyPr wrap="none" anchor="t"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32680"/>
            <a:ext cx="7173182" cy="309277"/>
          </a:xfrm>
          <a:prstGeom prst="rect">
            <a:avLst/>
          </a:prstGeom>
          <a:noFill/>
        </p:spPr>
        <p:txBody>
          <a:bodyPr wrap="none" anchor="t"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608642"/>
            <a:ext cx="8187534" cy="950976"/>
          </a:xfrm>
          <a:prstGeom prst="rect">
            <a:avLst/>
          </a:prstGeom>
          <a:noFill/>
        </p:spPr>
        <p:txBody>
          <a:bodyPr wrap="square" anchor="t"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37602"/>
            <a:ext cx="8187534" cy="749522"/>
          </a:xfrm>
          <a:prstGeom prst="rect">
            <a:avLst/>
          </a:prstGeom>
          <a:noFill/>
        </p:spPr>
        <p:txBody>
          <a:bodyPr wrap="square" anchor="t"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40180"/>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88820"/>
            <a:ext cx="11032887" cy="317439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35163"/>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50033"/>
            <a:ext cx="11032887" cy="1757934"/>
          </a:xfrm>
          <a:prstGeom prst="rect">
            <a:avLst/>
          </a:prstGeom>
          <a:noFill/>
        </p:spPr>
        <p:txBody>
          <a:bodyPr wrap="square" anchor="t"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36992"/>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85536"/>
            <a:ext cx="11032887" cy="2380869"/>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38352"/>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74097"/>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322642"/>
            <a:ext cx="11032887" cy="476135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2197132"/>
            <a:ext cx="10887075" cy="1761649"/>
          </a:xfrm>
          <a:prstGeom prst="rect">
            <a:avLst/>
          </a:prstGeom>
          <a:noFill/>
        </p:spPr>
        <p:txBody>
          <a:bodyPr wrap="none" anchor="t"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53757"/>
            <a:ext cx="11030760" cy="1316641"/>
          </a:xfrm>
          <a:prstGeom prst="rect">
            <a:avLst/>
          </a:prstGeom>
          <a:noFill/>
        </p:spPr>
        <p:txBody>
          <a:bodyPr wrap="square" anchor="t"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47502"/>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896046"/>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218081"/>
            <a:ext cx="9804082" cy="292608"/>
          </a:xfrm>
          <a:prstGeom prst="rect">
            <a:avLst/>
          </a:prstGeom>
          <a:noFill/>
        </p:spPr>
        <p:txBody>
          <a:bodyPr wrap="none" anchor="t"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76590"/>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225135"/>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61824"/>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9755"/>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49526"/>
            <a:ext cx="9387650" cy="356426"/>
          </a:xfrm>
          <a:prstGeom prst="rect">
            <a:avLst/>
          </a:prstGeom>
          <a:noFill/>
        </p:spPr>
        <p:txBody>
          <a:bodyPr wrap="none" anchor="t"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2995136"/>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16137"/>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2995136"/>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97444"/>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76444"/>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97444"/>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76444"/>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16137"/>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2995136"/>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97444"/>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76444"/>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55269"/>
            <a:ext cx="2885575"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206657"/>
            <a:ext cx="11032887"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01224"/>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01224"/>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04866"/>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04866"/>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88968"/>
          </a:xfrm>
          <a:prstGeom prst="rect">
            <a:avLst/>
          </a:prstGeom>
          <a:noFill/>
        </p:spPr>
        <p:txBody>
          <a:bodyPr wrap="square" anchor="t"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13712"/>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31391"/>
            <a:ext cx="2079177" cy="1119092"/>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31391"/>
            <a:ext cx="2079177" cy="854107"/>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58446"/>
            <a:ext cx="811825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6701679"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206657"/>
            <a:ext cx="66219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24568"/>
            <a:ext cx="2154780" cy="953834"/>
          </a:xfrm>
          <a:prstGeom prst="rect">
            <a:avLst/>
          </a:prstGeom>
          <a:noFill/>
        </p:spPr>
        <p:txBody>
          <a:bodyPr wrap="square" anchor="t"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33788"/>
            <a:ext cx="2154780" cy="77676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24568"/>
            <a:ext cx="2142363"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51276"/>
            <a:ext cx="2154877" cy="965740"/>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101114"/>
            <a:ext cx="5530501"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27821"/>
            <a:ext cx="5593837" cy="51787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9376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905637"/>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92647"/>
            <a:ext cx="16954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42418"/>
            <a:ext cx="1701260"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92647"/>
            <a:ext cx="1701260"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31228"/>
            <a:ext cx="1701260" cy="1782223"/>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104513"/>
            <a:ext cx="2939320"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592288"/>
            <a:ext cx="2963788" cy="1045654"/>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Rounded Rectangle 4"/>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1543240"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7" name="TextBox 6"/>
          <p:cNvSpPr txBox="1"/>
          <p:nvPr/>
        </p:nvSpPr>
        <p:spPr>
          <a:xfrm>
            <a:off x="5120164" y="1634585"/>
            <a:ext cx="630174"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8" name="Rounded Rectangle 7"/>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923734" y="2498693"/>
            <a:ext cx="612076" cy="612172"/>
          </a:xfrm>
          <a:prstGeom prst="rect">
            <a:avLst/>
          </a:prstGeom>
        </p:spPr>
      </p:pic>
      <p:sp>
        <p:nvSpPr>
          <p:cNvPr id="10" name="TextBox 9"/>
          <p:cNvSpPr txBox="1"/>
          <p:nvPr/>
        </p:nvSpPr>
        <p:spPr>
          <a:xfrm>
            <a:off x="1715262"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1" name="TextBox 10"/>
          <p:cNvSpPr txBox="1"/>
          <p:nvPr/>
        </p:nvSpPr>
        <p:spPr>
          <a:xfrm>
            <a:off x="1715262" y="2888075"/>
            <a:ext cx="4089225" cy="1234250"/>
          </a:xfrm>
          <a:prstGeom prst="rect">
            <a:avLst/>
          </a:prstGeom>
          <a:noFill/>
        </p:spPr>
        <p:txBody>
          <a:bodyPr wrap="square" anchor="t"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2" name="Rounded Rectangle 11"/>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464046" y="2498693"/>
            <a:ext cx="612076" cy="612172"/>
          </a:xfrm>
          <a:prstGeom prst="rect">
            <a:avLst/>
          </a:prstGeom>
        </p:spPr>
      </p:pic>
      <p:sp>
        <p:nvSpPr>
          <p:cNvPr id="14" name="TextBox 13"/>
          <p:cNvSpPr txBox="1"/>
          <p:nvPr/>
        </p:nvSpPr>
        <p:spPr>
          <a:xfrm>
            <a:off x="7255478"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5" name="Rounded Rectangle 14"/>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255478" y="2929318"/>
            <a:ext cx="709898"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17" name="Rounded Rectangle 16"/>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923734" y="4953762"/>
            <a:ext cx="612076" cy="612076"/>
          </a:xfrm>
          <a:prstGeom prst="rect">
            <a:avLst/>
          </a:prstGeom>
        </p:spPr>
      </p:pic>
      <p:sp>
        <p:nvSpPr>
          <p:cNvPr id="19" name="TextBox 18"/>
          <p:cNvSpPr txBox="1"/>
          <p:nvPr/>
        </p:nvSpPr>
        <p:spPr>
          <a:xfrm>
            <a:off x="1715262" y="4953762"/>
            <a:ext cx="9588436" cy="336614"/>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0" name="Rounded Rectangle 19"/>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715262" y="5692902"/>
            <a:ext cx="1758506"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94657"/>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70465"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Rounded Rectangle 6"/>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915287"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9" name="Rounded Rectangle 8"/>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160109" y="1653635"/>
            <a:ext cx="1404461"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1" name="Rounded Rectangle 10"/>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649819"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3" name="Rounded Rectangle 12"/>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49658" y="1653635"/>
            <a:ext cx="1526953"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5" name="TextBox 14"/>
          <p:cNvSpPr txBox="1"/>
          <p:nvPr/>
        </p:nvSpPr>
        <p:spPr>
          <a:xfrm>
            <a:off x="10685240" y="1634585"/>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6" name="TextBox 15"/>
          <p:cNvSpPr txBox="1"/>
          <p:nvPr/>
        </p:nvSpPr>
        <p:spPr>
          <a:xfrm>
            <a:off x="1915382" y="1867376"/>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7" name="Rounded Rectangle 16"/>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826580" y="2646140"/>
            <a:ext cx="377190" cy="377190"/>
          </a:xfrm>
          <a:prstGeom prst="rect">
            <a:avLst/>
          </a:prstGeom>
        </p:spPr>
      </p:pic>
      <p:sp>
        <p:nvSpPr>
          <p:cNvPr id="19" name="TextBox 18"/>
          <p:cNvSpPr txBox="1"/>
          <p:nvPr/>
        </p:nvSpPr>
        <p:spPr>
          <a:xfrm>
            <a:off x="1314164" y="2646140"/>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0" name="TextBox 19"/>
          <p:cNvSpPr txBox="1"/>
          <p:nvPr/>
        </p:nvSpPr>
        <p:spPr>
          <a:xfrm>
            <a:off x="1314164" y="2886075"/>
            <a:ext cx="2780582"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1" name="Rounded Rectangle 20"/>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4490180" y="2646140"/>
            <a:ext cx="377190" cy="377190"/>
          </a:xfrm>
          <a:prstGeom prst="rect">
            <a:avLst/>
          </a:prstGeom>
        </p:spPr>
      </p:pic>
      <p:sp>
        <p:nvSpPr>
          <p:cNvPr id="23" name="TextBox 22"/>
          <p:cNvSpPr txBox="1"/>
          <p:nvPr/>
        </p:nvSpPr>
        <p:spPr>
          <a:xfrm>
            <a:off x="4977860" y="2646140"/>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24" name="TextBox 23"/>
          <p:cNvSpPr txBox="1"/>
          <p:nvPr/>
        </p:nvSpPr>
        <p:spPr>
          <a:xfrm>
            <a:off x="4977860" y="2886075"/>
            <a:ext cx="2780678"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25" name="Rounded Rectangle 24"/>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4"/>
          <a:stretch>
            <a:fillRect/>
          </a:stretch>
        </p:blipFill>
        <p:spPr>
          <a:xfrm>
            <a:off x="8153876" y="2646140"/>
            <a:ext cx="377190" cy="377190"/>
          </a:xfrm>
          <a:prstGeom prst="rect">
            <a:avLst/>
          </a:prstGeom>
        </p:spPr>
      </p:pic>
      <p:sp>
        <p:nvSpPr>
          <p:cNvPr id="27" name="Rounded Rectangle 26"/>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8641556" y="2666524"/>
            <a:ext cx="568833" cy="203264"/>
          </a:xfrm>
          <a:prstGeom prst="rect">
            <a:avLst/>
          </a:prstGeom>
          <a:noFill/>
        </p:spPr>
        <p:txBody>
          <a:bodyPr wrap="none" anchor="t" lIns="97585" tIns="0" rIns="97585"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29" name="Rounded Rectangle 28"/>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747694" y="2925413"/>
            <a:ext cx="142122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31" name="Rounded Rectangle 3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300305" y="312067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33" name="Rounded Rectangle 32"/>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9406318" y="3315938"/>
            <a:ext cx="371284"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35" name="Rounded Rectangle 34"/>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6" name="Picture 35" descr="image.png"/>
          <p:cNvPicPr>
            <a:picLocks noChangeAspect="1"/>
          </p:cNvPicPr>
          <p:nvPr/>
        </p:nvPicPr>
        <p:blipFill>
          <a:blip r:embed="rId5"/>
          <a:stretch>
            <a:fillRect/>
          </a:stretch>
        </p:blipFill>
        <p:spPr>
          <a:xfrm>
            <a:off x="826580" y="4183094"/>
            <a:ext cx="377190" cy="377190"/>
          </a:xfrm>
          <a:prstGeom prst="rect">
            <a:avLst/>
          </a:prstGeom>
        </p:spPr>
      </p:pic>
      <p:sp>
        <p:nvSpPr>
          <p:cNvPr id="37" name="TextBox 36"/>
          <p:cNvSpPr txBox="1"/>
          <p:nvPr/>
        </p:nvSpPr>
        <p:spPr>
          <a:xfrm>
            <a:off x="1314164" y="4183094"/>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38" name="TextBox 37"/>
          <p:cNvSpPr txBox="1"/>
          <p:nvPr/>
        </p:nvSpPr>
        <p:spPr>
          <a:xfrm>
            <a:off x="1314164" y="4422934"/>
            <a:ext cx="2780582" cy="926973"/>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39" name="Rounded Rectangle 38"/>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0" name="Picture 39" descr="image.png"/>
          <p:cNvPicPr>
            <a:picLocks noChangeAspect="1"/>
          </p:cNvPicPr>
          <p:nvPr/>
        </p:nvPicPr>
        <p:blipFill>
          <a:blip r:embed="rId6"/>
          <a:stretch>
            <a:fillRect/>
          </a:stretch>
        </p:blipFill>
        <p:spPr>
          <a:xfrm>
            <a:off x="4490180" y="4183094"/>
            <a:ext cx="377190" cy="377190"/>
          </a:xfrm>
          <a:prstGeom prst="rect">
            <a:avLst/>
          </a:prstGeom>
        </p:spPr>
      </p:pic>
      <p:sp>
        <p:nvSpPr>
          <p:cNvPr id="41" name="TextBox 40"/>
          <p:cNvSpPr txBox="1"/>
          <p:nvPr/>
        </p:nvSpPr>
        <p:spPr>
          <a:xfrm>
            <a:off x="4977860"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42" name="Rounded Rectangle 41"/>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4977860" y="444836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44" name="Rounded Rectangle 43"/>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6165247" y="4643628"/>
            <a:ext cx="532733"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46" name="Rounded Rectangle 45"/>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6741319" y="4643628"/>
            <a:ext cx="613600"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48" name="Rounded Rectangle 47"/>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4977860" y="4838986"/>
            <a:ext cx="69427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50" name="Rounded Rectangle 49"/>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6121908" y="4838986"/>
            <a:ext cx="150199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52" name="Rounded Rectangle 51"/>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3" name="Picture 52" descr="image.png"/>
          <p:cNvPicPr>
            <a:picLocks noChangeAspect="1"/>
          </p:cNvPicPr>
          <p:nvPr/>
        </p:nvPicPr>
        <p:blipFill>
          <a:blip r:embed="rId8"/>
          <a:stretch>
            <a:fillRect/>
          </a:stretch>
        </p:blipFill>
        <p:spPr>
          <a:xfrm>
            <a:off x="8153876" y="4183094"/>
            <a:ext cx="377190" cy="377190"/>
          </a:xfrm>
          <a:prstGeom prst="rect">
            <a:avLst/>
          </a:prstGeom>
        </p:spPr>
      </p:pic>
      <p:sp>
        <p:nvSpPr>
          <p:cNvPr id="54" name="TextBox 53"/>
          <p:cNvSpPr txBox="1"/>
          <p:nvPr/>
        </p:nvSpPr>
        <p:spPr>
          <a:xfrm>
            <a:off x="8641556"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55" name="TextBox 54"/>
          <p:cNvSpPr txBox="1"/>
          <p:nvPr/>
        </p:nvSpPr>
        <p:spPr>
          <a:xfrm>
            <a:off x="8641556" y="4422934"/>
            <a:ext cx="2780678" cy="1140809"/>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56" name="TextBox 55"/>
          <p:cNvSpPr txBox="1"/>
          <p:nvPr/>
        </p:nvSpPr>
        <p:spPr>
          <a:xfrm>
            <a:off x="670465" y="6008180"/>
            <a:ext cx="718099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990"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385691"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091297"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63799"/>
            <a:ext cx="218884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390424"/>
            <a:ext cx="2202056" cy="1703356"/>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3780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192369"/>
            <a:ext cx="6053614"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283987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794540"/>
            <a:ext cx="303180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344204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396615"/>
            <a:ext cx="312905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04412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3998786"/>
            <a:ext cx="5181981"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70465" y="464620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00861"/>
            <a:ext cx="686743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70465" y="524837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03031"/>
            <a:ext cx="4557522"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70465" y="5850446"/>
            <a:ext cx="447199" cy="397954"/>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05106"/>
            <a:ext cx="401955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762250"/>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13577"/>
            <a:ext cx="9042368"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346919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20523"/>
            <a:ext cx="764876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4176141"/>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27468"/>
            <a:ext cx="6628543"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88308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34414"/>
            <a:ext cx="874261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323"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50116"/>
            <a:ext cx="662544"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51632"/>
            <a:ext cx="662544" cy="284559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498884"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50116"/>
            <a:ext cx="662737" cy="1245775"/>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57194"/>
            <a:ext cx="662737" cy="252936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18540"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50116"/>
            <a:ext cx="662640"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51632"/>
            <a:ext cx="662640" cy="2826258"/>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316885"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68180"/>
            <a:ext cx="81442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74542"/>
            <a:ext cx="814426" cy="245926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25206"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68180"/>
            <a:ext cx="814716" cy="1121378"/>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38575"/>
            <a:ext cx="814716" cy="2185988"/>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33622"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68180"/>
            <a:ext cx="81471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74542"/>
            <a:ext cx="814716" cy="240611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96896"/>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99923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6360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6584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3021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32451"/>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84943" y="3011996"/>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5113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5337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943" y="4078605"/>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401774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2007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84943" y="5145310"/>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84445"/>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48668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0154"/>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0154"/>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22746"/>
            <a:ext cx="224980" cy="224980"/>
          </a:xfrm>
          <a:prstGeom prst="rect">
            <a:avLst/>
          </a:prstGeom>
        </p:spPr>
      </p:pic>
      <p:sp>
        <p:nvSpPr>
          <p:cNvPr id="9" name="TextBox 8"/>
          <p:cNvSpPr txBox="1"/>
          <p:nvPr/>
        </p:nvSpPr>
        <p:spPr>
          <a:xfrm>
            <a:off x="1067848" y="2922746"/>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7734"/>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67150"/>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2860" y="4024694"/>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2860" y="4252627"/>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782860" y="4480655"/>
            <a:ext cx="2418230"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891659"/>
            <a:ext cx="2418230"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22746"/>
            <a:ext cx="224980" cy="224980"/>
          </a:xfrm>
          <a:prstGeom prst="rect">
            <a:avLst/>
          </a:prstGeom>
        </p:spPr>
      </p:pic>
      <p:sp>
        <p:nvSpPr>
          <p:cNvPr id="22" name="TextBox 21"/>
          <p:cNvSpPr txBox="1"/>
          <p:nvPr/>
        </p:nvSpPr>
        <p:spPr>
          <a:xfrm>
            <a:off x="3821430"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7734"/>
            <a:ext cx="2418327"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67150"/>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536442" y="4024694"/>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536442" y="4252627"/>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536442" y="4480655"/>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16113"/>
            <a:ext cx="2418327" cy="491681"/>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60154"/>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60154"/>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57894"/>
            <a:ext cx="224980" cy="224980"/>
          </a:xfrm>
          <a:prstGeom prst="rect">
            <a:avLst/>
          </a:prstGeom>
        </p:spPr>
      </p:pic>
      <p:sp>
        <p:nvSpPr>
          <p:cNvPr id="35" name="TextBox 34"/>
          <p:cNvSpPr txBox="1"/>
          <p:nvPr/>
        </p:nvSpPr>
        <p:spPr>
          <a:xfrm>
            <a:off x="6575012" y="2957894"/>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42882"/>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902297"/>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5128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290120" y="4059841"/>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79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290120" y="4287869"/>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60724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290120" y="4515802"/>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51260"/>
            <a:ext cx="2401824" cy="220504"/>
          </a:xfrm>
          <a:prstGeom prst="rect">
            <a:avLst/>
          </a:prstGeom>
          <a:noFill/>
        </p:spPr>
        <p:txBody>
          <a:bodyPr wrap="non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22746"/>
            <a:ext cx="224980" cy="224980"/>
          </a:xfrm>
          <a:prstGeom prst="rect">
            <a:avLst/>
          </a:prstGeom>
        </p:spPr>
      </p:pic>
      <p:sp>
        <p:nvSpPr>
          <p:cNvPr id="48" name="TextBox 47"/>
          <p:cNvSpPr txBox="1"/>
          <p:nvPr/>
        </p:nvSpPr>
        <p:spPr>
          <a:xfrm>
            <a:off x="9328594"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7734"/>
            <a:ext cx="2418327" cy="679132"/>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79793"/>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2877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043606" y="3837337"/>
            <a:ext cx="2418327" cy="636270"/>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3225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043606" y="4240816"/>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602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043606" y="4468844"/>
            <a:ext cx="2418327"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879848"/>
            <a:ext cx="2418327"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58446"/>
            <a:ext cx="7116794"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300514"/>
          </a:xfrm>
          <a:prstGeom prst="rect">
            <a:avLst/>
          </a:prstGeom>
          <a:noFill/>
        </p:spPr>
        <p:txBody>
          <a:bodyPr wrap="none" anchor="t"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72496"/>
            <a:ext cx="5018246" cy="246888"/>
          </a:xfrm>
          <a:prstGeom prst="rect">
            <a:avLst/>
          </a:prstGeom>
          <a:noFill/>
        </p:spPr>
        <p:txBody>
          <a:bodyPr wrap="none" anchor="t"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44677" y="4306443"/>
            <a:ext cx="5073898" cy="740092"/>
          </a:xfrm>
          <a:prstGeom prst="rect">
            <a:avLst/>
          </a:prstGeom>
          <a:noFill/>
        </p:spPr>
        <p:txBody>
          <a:bodyPr wrap="square" anchor="t" lIns="24384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844677" y="4820222"/>
            <a:ext cx="5018246" cy="226409"/>
          </a:xfrm>
          <a:prstGeom prst="rect">
            <a:avLst/>
          </a:prstGeom>
          <a:noFill/>
        </p:spPr>
        <p:txBody>
          <a:bodyPr wrap="none" anchor="t" lIns="24384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33689"/>
            <a:ext cx="5073898" cy="505016"/>
          </a:xfrm>
          <a:prstGeom prst="rect">
            <a:avLst/>
          </a:prstGeom>
          <a:noFill/>
        </p:spPr>
        <p:txBody>
          <a:bodyPr wrap="square" anchor="t" lIns="0" tIns="73152"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31634"/>
            <a:ext cx="5073995" cy="839534"/>
          </a:xfrm>
          <a:prstGeom prst="rect">
            <a:avLst/>
          </a:prstGeom>
          <a:noFill/>
        </p:spPr>
        <p:txBody>
          <a:bodyPr wrap="square" anchor="t"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12564"/>
            <a:ext cx="5018342" cy="235172"/>
          </a:xfrm>
          <a:prstGeom prst="rect">
            <a:avLst/>
          </a:prstGeom>
          <a:noFill/>
        </p:spPr>
        <p:txBody>
          <a:bodyPr wrap="none" anchor="t"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34795"/>
            <a:ext cx="5073995" cy="730758"/>
          </a:xfrm>
          <a:prstGeom prst="rect">
            <a:avLst/>
          </a:prstGeom>
          <a:noFill/>
        </p:spPr>
        <p:txBody>
          <a:bodyPr wrap="square" anchor="t"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08180"/>
            <a:ext cx="8165497"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00561"/>
            <a:ext cx="3524440" cy="304800"/>
          </a:xfrm>
          <a:prstGeom prst="rect">
            <a:avLst/>
          </a:prstGeom>
          <a:noFill/>
        </p:spPr>
        <p:txBody>
          <a:bodyPr wrap="none" anchor="t"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200561"/>
            <a:ext cx="3524440" cy="304800"/>
          </a:xfrm>
          <a:prstGeom prst="rect">
            <a:avLst/>
          </a:prstGeom>
          <a:noFill/>
        </p:spPr>
        <p:txBody>
          <a:bodyPr wrap="none" anchor="t"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200561"/>
            <a:ext cx="3524536" cy="304800"/>
          </a:xfrm>
          <a:prstGeom prst="rect">
            <a:avLst/>
          </a:prstGeom>
          <a:noFill/>
        </p:spPr>
        <p:txBody>
          <a:bodyPr wrap="none" anchor="t"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772346"/>
            <a:ext cx="3568224"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346543" y="2772346"/>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022622" y="291255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3961638"/>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346543" y="3821430"/>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022622" y="3961638"/>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4870514"/>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346543" y="4870514"/>
            <a:ext cx="353482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022622" y="487051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32544"/>
            <a:ext cx="5365147" cy="304800"/>
          </a:xfrm>
          <a:prstGeom prst="rect">
            <a:avLst/>
          </a:prstGeom>
          <a:noFill/>
        </p:spPr>
        <p:txBody>
          <a:bodyPr wrap="none" anchor="t"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832544"/>
            <a:ext cx="5365147" cy="304800"/>
          </a:xfrm>
          <a:prstGeom prst="rect">
            <a:avLst/>
          </a:prstGeom>
          <a:noFill/>
        </p:spPr>
        <p:txBody>
          <a:bodyPr wrap="none" anchor="t"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404330"/>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184582" y="3544538"/>
            <a:ext cx="5372957"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453414"/>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184582" y="4453414"/>
            <a:ext cx="5433930"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693"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206657"/>
            <a:ext cx="1088898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1458"/>
          </a:xfrm>
          <a:prstGeom prst="rect">
            <a:avLst/>
          </a:prstGeom>
          <a:noFill/>
        </p:spPr>
        <p:txBody>
          <a:bodyPr wrap="none" anchor="t"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1458"/>
          </a:xfrm>
          <a:prstGeom prst="rect">
            <a:avLst/>
          </a:prstGeom>
          <a:noFill/>
        </p:spPr>
        <p:txBody>
          <a:bodyPr wrap="none" anchor="t"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1458"/>
          </a:xfrm>
          <a:prstGeom prst="rect">
            <a:avLst/>
          </a:prstGeom>
          <a:noFill/>
        </p:spPr>
        <p:txBody>
          <a:bodyPr wrap="none" anchor="t"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176302"/>
            <a:ext cx="1921494" cy="685610"/>
          </a:xfrm>
          <a:prstGeom prst="rect">
            <a:avLst/>
          </a:prstGeom>
          <a:noFill/>
        </p:spPr>
        <p:txBody>
          <a:bodyPr wrap="squar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681097" y="3176302"/>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691634" y="3176302"/>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07955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681097" y="3973068"/>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691634" y="3973068"/>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87622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681097" y="4769739"/>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691634" y="4876228"/>
            <a:ext cx="1908905" cy="472630"/>
          </a:xfrm>
          <a:prstGeom prst="rect">
            <a:avLst/>
          </a:prstGeom>
          <a:noFill/>
        </p:spPr>
        <p:txBody>
          <a:bodyPr wrap="non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672900"/>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681097" y="5566410"/>
            <a:ext cx="1921494"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691634" y="5566410"/>
            <a:ext cx="1917917"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44674"/>
            <a:ext cx="2900172" cy="268224"/>
          </a:xfrm>
          <a:prstGeom prst="rect">
            <a:avLst/>
          </a:prstGeom>
          <a:noFill/>
        </p:spPr>
        <p:txBody>
          <a:bodyPr wrap="none" anchor="t"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44674"/>
            <a:ext cx="2896457" cy="268224"/>
          </a:xfrm>
          <a:prstGeom prst="rect">
            <a:avLst/>
          </a:prstGeom>
          <a:noFill/>
        </p:spPr>
        <p:txBody>
          <a:bodyPr wrap="none" anchor="t"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2967323"/>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656320" y="2843974"/>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3890486"/>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656320" y="3767138"/>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690300"/>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656320" y="4690300"/>
            <a:ext cx="2903315"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71990"/>
            <a:ext cx="4645628"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92600" y="3489770"/>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92600" y="4345591"/>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92600" y="5201412"/>
            <a:ext cx="4645628" cy="358902"/>
          </a:xfrm>
          <a:prstGeom prst="rect">
            <a:avLst/>
          </a:prstGeom>
          <a:noFill/>
        </p:spPr>
        <p:txBody>
          <a:bodyPr wrap="none" anchor="t" lIns="341376"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71990"/>
            <a:ext cx="4645724"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589300" y="3489770"/>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589300" y="4345591"/>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589300" y="5201412"/>
            <a:ext cx="4695788" cy="717804"/>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61468"/>
            <a:ext cx="466420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985171" y="386734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85171" y="4301204"/>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85171" y="4735068"/>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85171" y="5168932"/>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5171" y="560270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61468"/>
            <a:ext cx="466439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577965" y="386734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577965" y="4352925"/>
            <a:ext cx="4714737" cy="1081754"/>
          </a:xfrm>
          <a:prstGeom prst="rect">
            <a:avLst/>
          </a:prstGeom>
          <a:noFill/>
        </p:spPr>
        <p:txBody>
          <a:bodyPr wrap="square" anchor="t" lIns="341376"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577965" y="518922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11685"/>
            <a:ext cx="2874169"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65029"/>
            <a:ext cx="2897660" cy="959834"/>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811685"/>
            <a:ext cx="2874169"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65029"/>
            <a:ext cx="2897660" cy="959930"/>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811685"/>
            <a:ext cx="2874169"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65029"/>
            <a:ext cx="2897660" cy="959930"/>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924937"/>
            <a:ext cx="4731068"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78282"/>
            <a:ext cx="4731068" cy="319945"/>
          </a:xfrm>
          <a:prstGeom prst="rect">
            <a:avLst/>
          </a:prstGeom>
          <a:noFill/>
        </p:spPr>
        <p:txBody>
          <a:bodyPr wrap="none" anchor="t"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924937"/>
            <a:ext cx="4731068"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78282"/>
            <a:ext cx="4782412"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95099"/>
            <a:ext cx="1945672"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48539"/>
            <a:ext cx="1955235" cy="1279779"/>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95099"/>
            <a:ext cx="1945767"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48539"/>
            <a:ext cx="1955332" cy="1279970"/>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95099"/>
            <a:ext cx="1945672"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48539"/>
            <a:ext cx="1955235" cy="1279970"/>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95099"/>
            <a:ext cx="1945767" cy="731520"/>
          </a:xfrm>
          <a:prstGeom prst="rect">
            <a:avLst/>
          </a:prstGeom>
          <a:noFill/>
        </p:spPr>
        <p:txBody>
          <a:bodyPr wrap="none" anchor="t"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48539"/>
            <a:ext cx="1955332" cy="1279779"/>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33066"/>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3371660"/>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310348"/>
            <a:ext cx="5307378" cy="79238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563594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309265" y="2794063"/>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309265" y="3732752"/>
            <a:ext cx="5307378" cy="158477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309265" y="5067586"/>
            <a:ext cx="5307378" cy="1180814"/>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78374"/>
            <a:ext cx="10468089" cy="792385"/>
          </a:xfrm>
          <a:prstGeom prst="rect">
            <a:avLst/>
          </a:prstGeom>
          <a:noFill/>
        </p:spPr>
        <p:txBody>
          <a:bodyPr wrap="square" anchor="t"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474375"/>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57984"/>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46134"/>
            <a:ext cx="10282273" cy="480441"/>
          </a:xfrm>
          <a:prstGeom prst="rect">
            <a:avLst/>
          </a:prstGeom>
          <a:noFill/>
        </p:spPr>
        <p:txBody>
          <a:bodyPr wrap="square" anchor="t"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85194"/>
            <a:ext cx="3475768"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24011"/>
            <a:ext cx="3508283"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3005804"/>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42526"/>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68608"/>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05330"/>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9424"/>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15367"/>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71842"/>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77785"/>
            <a:ext cx="4649479" cy="484918"/>
          </a:xfrm>
          <a:prstGeom prst="rect">
            <a:avLst/>
          </a:prstGeom>
          <a:noFill/>
        </p:spPr>
        <p:txBody>
          <a:bodyPr wrap="square" anchor="t"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6767"/>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82710"/>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20663"/>
            <a:ext cx="5209539" cy="1234249"/>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13930"/>
            <a:ext cx="5209539" cy="993362"/>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57946"/>
            <a:ext cx="601599" cy="134207"/>
          </a:xfrm>
          <a:prstGeom prst="rect">
            <a:avLst/>
          </a:prstGeom>
          <a:noFill/>
        </p:spPr>
        <p:txBody>
          <a:bodyPr wrap="none" anchor="t"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452044" y="2342864"/>
            <a:ext cx="4855888" cy="3644837"/>
          </a:xfrm>
          <a:prstGeom prst="rect">
            <a:avLst/>
          </a:prstGeom>
          <a:noFill/>
        </p:spPr>
        <p:txBody>
          <a:bodyPr wrap="square" anchor="t" lIns="0" tIns="0" rIns="0" bIns="0">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66391"/>
            <a:ext cx="403670" cy="52197"/>
          </a:xfrm>
          <a:prstGeom prst="rect">
            <a:avLst/>
          </a:prstGeom>
          <a:noFill/>
        </p:spPr>
        <p:txBody>
          <a:bodyPr wrap="none" anchor="t"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972598" y="2724626"/>
            <a:ext cx="10417430" cy="3258788"/>
          </a:xfrm>
          <a:prstGeom prst="rect">
            <a:avLst/>
          </a:prstGeom>
          <a:noFill/>
        </p:spPr>
        <p:txBody>
          <a:bodyPr wrap="square" anchor="t" lIns="0" tIns="0" rIns="0" bIns="0">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82401"/>
          </a:xfrm>
          <a:prstGeom prst="rect">
            <a:avLst/>
          </a:prstGeom>
          <a:noFill/>
        </p:spPr>
        <p:txBody>
          <a:bodyPr wrap="square" anchor="t"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3646742"/>
            <a:ext cx="3524525"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67974" y="3646742"/>
            <a:ext cx="3524718"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189988"/>
            <a:ext cx="442626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48166"/>
            <a:ext cx="341861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06248"/>
            <a:ext cx="2629090"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64330"/>
            <a:ext cx="310410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22508"/>
            <a:ext cx="2749010" cy="240220"/>
          </a:xfrm>
          <a:prstGeom prst="rect">
            <a:avLst/>
          </a:prstGeom>
          <a:noFill/>
        </p:spPr>
        <p:txBody>
          <a:bodyPr wrap="none" anchor="t"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80590"/>
            <a:ext cx="2579656"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65520"/>
            <a:ext cx="462362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32474"/>
            <a:ext cx="1268720"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37705"/>
            <a:ext cx="1268720"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32474"/>
            <a:ext cx="1268913"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37705"/>
            <a:ext cx="1268913"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47366"/>
            <a:ext cx="1215643"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85947"/>
            <a:ext cx="1215643"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47366"/>
            <a:ext cx="1093828"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85947"/>
            <a:ext cx="1093828"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21492"/>
            <a:ext cx="3837622"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68977"/>
            <a:ext cx="3875565"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21492"/>
            <a:ext cx="3837718"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68977"/>
            <a:ext cx="3875662"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6701679"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206657"/>
            <a:ext cx="6701679"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32036"/>
            <a:ext cx="1826704" cy="357568"/>
          </a:xfrm>
          <a:prstGeom prst="rect">
            <a:avLst/>
          </a:prstGeom>
          <a:noFill/>
        </p:spPr>
        <p:txBody>
          <a:bodyPr wrap="none" anchor="t"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45611"/>
            <a:ext cx="1834484" cy="1640967"/>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32036"/>
            <a:ext cx="1834580" cy="1104043"/>
          </a:xfrm>
          <a:prstGeom prst="rect">
            <a:avLst/>
          </a:prstGeom>
          <a:noFill/>
        </p:spPr>
        <p:txBody>
          <a:bodyPr wrap="square" anchor="t"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03179"/>
            <a:ext cx="1834580" cy="1311021"/>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50828"/>
            <a:ext cx="1747266"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00598"/>
            <a:ext cx="1753853" cy="249526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50828"/>
            <a:ext cx="5554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89504"/>
            <a:ext cx="5554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45556"/>
            <a:ext cx="2101024"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95327"/>
            <a:ext cx="2112918"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45556"/>
            <a:ext cx="1432179"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95327"/>
            <a:ext cx="1434040"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2982087"/>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23344"/>
            <a:ext cx="486784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08180"/>
            <a:ext cx="5232464"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28316"/>
            <a:ext cx="5823680" cy="240220"/>
          </a:xfrm>
          <a:prstGeom prst="rect">
            <a:avLst/>
          </a:prstGeom>
          <a:noFill/>
        </p:spPr>
        <p:txBody>
          <a:bodyPr wrap="none" anchor="t"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75568"/>
            <a:ext cx="5235988" cy="197263"/>
          </a:xfrm>
          <a:prstGeom prst="rect">
            <a:avLst/>
          </a:prstGeom>
          <a:noFill/>
        </p:spPr>
        <p:txBody>
          <a:bodyPr wrap="none" anchor="t"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11802"/>
            <a:ext cx="9656254"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81182"/>
            <a:ext cx="9656254" cy="292703"/>
          </a:xfrm>
          <a:prstGeom prst="rect">
            <a:avLst/>
          </a:prstGeom>
          <a:noFill/>
        </p:spPr>
        <p:txBody>
          <a:bodyPr wrap="none" anchor="t"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58446"/>
            <a:ext cx="685904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78147"/>
          </a:xfrm>
          <a:prstGeom prst="rect">
            <a:avLst/>
          </a:prstGeom>
          <a:noFill/>
        </p:spPr>
        <p:txBody>
          <a:bodyPr wrap="square" anchor="t"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2175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21756"/>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670465" y="2610517"/>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162490"/>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16249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670465" y="3151251"/>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t"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3320"/>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332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670465" y="3692080"/>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24405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244054"/>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670465" y="4232815"/>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923830" y="5306758"/>
            <a:ext cx="5829443" cy="648938"/>
          </a:xfrm>
          <a:prstGeom prst="rect">
            <a:avLst/>
          </a:prstGeom>
          <a:noFill/>
        </p:spPr>
        <p:txBody>
          <a:bodyPr wrap="square" anchor="t"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7" name="TextBox 26"/>
          <p:cNvSpPr txBox="1"/>
          <p:nvPr/>
        </p:nvSpPr>
        <p:spPr>
          <a:xfrm>
            <a:off x="923830" y="5868924"/>
            <a:ext cx="5762625" cy="213170"/>
          </a:xfrm>
          <a:prstGeom prst="rect">
            <a:avLst/>
          </a:prstGeom>
          <a:noFill/>
        </p:spPr>
        <p:txBody>
          <a:bodyPr wrap="none" anchor="t"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8" name="Rounded Rectangle 27"/>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66903"/>
          </a:xfrm>
          <a:prstGeom prst="rect">
            <a:avLst/>
          </a:prstGeom>
          <a:noFill/>
        </p:spPr>
        <p:txBody>
          <a:bodyPr wrap="none" anchor="t"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3430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3430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670465" y="2385632"/>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67622"/>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67622"/>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670465" y="3018949"/>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t"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084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084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670465" y="3652266"/>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967169" y="4909947"/>
            <a:ext cx="5752583" cy="954596"/>
          </a:xfrm>
          <a:prstGeom prst="rect">
            <a:avLst/>
          </a:prstGeom>
          <a:noFill/>
        </p:spPr>
        <p:txBody>
          <a:bodyPr wrap="square" anchor="t"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3" name="TextBox 22"/>
          <p:cNvSpPr txBox="1"/>
          <p:nvPr/>
        </p:nvSpPr>
        <p:spPr>
          <a:xfrm>
            <a:off x="967169" y="5568315"/>
            <a:ext cx="5752583" cy="499396"/>
          </a:xfrm>
          <a:prstGeom prst="rect">
            <a:avLst/>
          </a:prstGeom>
          <a:noFill/>
        </p:spPr>
        <p:txBody>
          <a:bodyPr wrap="square" anchor="t"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4" name="Rounded Rectangle 23"/>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31595"/>
          </a:xfrm>
          <a:prstGeom prst="rect">
            <a:avLst/>
          </a:prstGeom>
          <a:noFill/>
        </p:spPr>
        <p:txBody>
          <a:bodyPr wrap="square" anchor="t"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7883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78836"/>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351907" y="2814066"/>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52063"/>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52063"/>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351907" y="3487293"/>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t"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667280" y="4824222"/>
            <a:ext cx="5719132" cy="988885"/>
          </a:xfrm>
          <a:prstGeom prst="rect">
            <a:avLst/>
          </a:prstGeom>
          <a:noFill/>
        </p:spPr>
        <p:txBody>
          <a:bodyPr wrap="square" anchor="t"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19" name="TextBox 18"/>
          <p:cNvSpPr txBox="1"/>
          <p:nvPr/>
        </p:nvSpPr>
        <p:spPr>
          <a:xfrm>
            <a:off x="5667280" y="5524024"/>
            <a:ext cx="5719132" cy="530828"/>
          </a:xfrm>
          <a:prstGeom prst="rect">
            <a:avLst/>
          </a:prstGeom>
          <a:noFill/>
        </p:spPr>
        <p:txBody>
          <a:bodyPr wrap="square" anchor="t"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0" name="Rounded Rectangle 19"/>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89367"/>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94117"/>
            <a:ext cx="2910459"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31114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215896"/>
            <a:ext cx="356892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32926"/>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37676"/>
            <a:ext cx="2233136"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54705"/>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59455"/>
            <a:ext cx="3605212"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76484"/>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81234"/>
            <a:ext cx="209940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9835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303109"/>
            <a:ext cx="26537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20139"/>
            <a:ext cx="428149" cy="243745"/>
          </a:xfrm>
          <a:prstGeom prst="rect">
            <a:avLst/>
          </a:prstGeom>
          <a:noFill/>
        </p:spPr>
        <p:txBody>
          <a:bodyPr wrap="none" anchor="t"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24889"/>
            <a:ext cx="1245108"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78769"/>
          </a:xfrm>
          <a:prstGeom prst="rect">
            <a:avLst/>
          </a:prstGeom>
          <a:noFill/>
        </p:spPr>
        <p:txBody>
          <a:bodyPr wrap="square" anchor="t"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3634073"/>
            <a:ext cx="10886504" cy="757714"/>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568762"/>
            <a:ext cx="10886504" cy="757809"/>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70465" y="5503545"/>
            <a:ext cx="10886504" cy="744855"/>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2539270" y="2192369"/>
            <a:ext cx="9017698" cy="223647"/>
          </a:xfrm>
          <a:prstGeom prst="rect">
            <a:avLst/>
          </a:prstGeom>
          <a:noFill/>
        </p:spPr>
        <p:txBody>
          <a:bodyPr wrap="none" anchor="t"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2539270" y="2580894"/>
            <a:ext cx="4445413" cy="259080"/>
          </a:xfrm>
          <a:prstGeom prst="rect">
            <a:avLst/>
          </a:prstGeom>
          <a:noFill/>
        </p:spPr>
        <p:txBody>
          <a:bodyPr wrap="none" anchor="t"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7111460" y="2580894"/>
            <a:ext cx="4445603" cy="259080"/>
          </a:xfrm>
          <a:prstGeom prst="rect">
            <a:avLst/>
          </a:prstGeom>
          <a:noFill/>
        </p:spPr>
        <p:txBody>
          <a:bodyPr wrap="none" anchor="t"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1842" cy="1080992"/>
          </a:xfrm>
          <a:prstGeom prst="rect">
            <a:avLst/>
          </a:prstGeom>
          <a:noFill/>
        </p:spPr>
        <p:txBody>
          <a:bodyPr wrap="none" anchor="t"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058894" y="3004661"/>
            <a:ext cx="1353693" cy="1545908"/>
          </a:xfrm>
          <a:prstGeom prst="rect">
            <a:avLst/>
          </a:prstGeom>
          <a:noFill/>
        </p:spPr>
        <p:txBody>
          <a:bodyPr wrap="none" anchor="t" lIns="121920" tIns="0" rIns="12192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058894" y="4715351"/>
            <a:ext cx="1353693" cy="1533049"/>
          </a:xfrm>
          <a:prstGeom prst="rect">
            <a:avLst/>
          </a:prstGeom>
          <a:noFill/>
        </p:spPr>
        <p:txBody>
          <a:bodyPr wrap="none" anchor="t" lIns="121920" tIns="0" rIns="12192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9536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72173"/>
            <a:ext cx="3927348"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9536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72173"/>
            <a:ext cx="3966733"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500605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382863"/>
            <a:ext cx="3966637"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500605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382863"/>
            <a:ext cx="3927443"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32900"/>
            <a:ext cx="1521631"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10306"/>
            <a:ext cx="1521631" cy="1120616"/>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32900"/>
            <a:ext cx="1521728"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10306"/>
            <a:ext cx="1521728" cy="1227010"/>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91874"/>
            <a:ext cx="4215956" cy="267748"/>
          </a:xfrm>
          <a:prstGeom prst="rect">
            <a:avLst/>
          </a:prstGeom>
          <a:noFill/>
        </p:spPr>
        <p:txBody>
          <a:bodyPr wrap="none" anchor="t"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01532"/>
            <a:ext cx="4259573" cy="490823"/>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35542"/>
            <a:ext cx="561118" cy="124587"/>
          </a:xfrm>
          <a:prstGeom prst="rect">
            <a:avLst/>
          </a:prstGeom>
          <a:noFill/>
        </p:spPr>
        <p:txBody>
          <a:bodyPr wrap="none" anchor="t"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562534" y="2886551"/>
            <a:ext cx="4795270" cy="1692212"/>
          </a:xfrm>
          <a:prstGeom prst="rect">
            <a:avLst/>
          </a:prstGeom>
          <a:noFill/>
        </p:spPr>
        <p:txBody>
          <a:bodyPr wrap="square" anchor="t" lIns="0" tIns="0" rIns="0" bIns="0">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54460"/>
            <a:ext cx="1533909"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93041"/>
            <a:ext cx="1533909"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54460"/>
            <a:ext cx="11725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93041"/>
            <a:ext cx="11725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68224"/>
          </a:xfrm>
          <a:prstGeom prst="rect">
            <a:avLst/>
          </a:prstGeom>
          <a:noFill/>
        </p:spPr>
        <p:txBody>
          <a:bodyPr wrap="none" anchor="t"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68224"/>
          </a:xfrm>
          <a:prstGeom prst="rect">
            <a:avLst/>
          </a:prstGeom>
          <a:noFill/>
        </p:spPr>
        <p:txBody>
          <a:bodyPr wrap="none" anchor="t"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27485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334214" y="227485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295122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334214" y="295122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751040"/>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334214" y="3627692"/>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674203"/>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334214" y="4550854"/>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94693"/>
            <a:ext cx="5307378" cy="118853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92632"/>
            <a:ext cx="2058162" cy="609600"/>
          </a:xfrm>
          <a:prstGeom prst="rect">
            <a:avLst/>
          </a:prstGeom>
          <a:noFill/>
        </p:spPr>
        <p:txBody>
          <a:bodyPr wrap="none" anchor="t"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75288"/>
            <a:ext cx="2069413" cy="578930"/>
          </a:xfrm>
          <a:prstGeom prst="rect">
            <a:avLst/>
          </a:prstGeom>
          <a:noFill/>
        </p:spPr>
        <p:txBody>
          <a:bodyPr wrap="square" anchor="t"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92632"/>
            <a:ext cx="2058162" cy="609600"/>
          </a:xfrm>
          <a:prstGeom prst="rect">
            <a:avLst/>
          </a:prstGeom>
          <a:noFill/>
        </p:spPr>
        <p:txBody>
          <a:bodyPr wrap="none" anchor="t"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75288"/>
            <a:ext cx="2069413" cy="578930"/>
          </a:xfrm>
          <a:prstGeom prst="rect">
            <a:avLst/>
          </a:prstGeom>
          <a:noFill/>
        </p:spPr>
        <p:txBody>
          <a:bodyPr wrap="square" anchor="t"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104513"/>
            <a:ext cx="1706308" cy="231553"/>
          </a:xfrm>
          <a:prstGeom prst="rect">
            <a:avLst/>
          </a:prstGeom>
          <a:noFill/>
        </p:spPr>
        <p:txBody>
          <a:bodyPr wrap="none" anchor="t"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20919"/>
            <a:ext cx="9369933"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862072"/>
            <a:ext cx="9369933" cy="1097280"/>
          </a:xfrm>
          <a:prstGeom prst="rect">
            <a:avLst/>
          </a:prstGeom>
          <a:noFill/>
        </p:spPr>
        <p:txBody>
          <a:bodyPr wrap="none" anchor="t"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52055"/>
            <a:ext cx="9490860" cy="585216"/>
          </a:xfrm>
          <a:prstGeom prst="rect">
            <a:avLst/>
          </a:prstGeom>
          <a:noFill/>
        </p:spPr>
        <p:txBody>
          <a:bodyPr wrap="square" anchor="t"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16490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90684"/>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90684"/>
            <a:ext cx="4794787" cy="511969"/>
          </a:xfrm>
          <a:prstGeom prst="rect">
            <a:avLst/>
          </a:prstGeom>
          <a:noFill/>
        </p:spPr>
        <p:txBody>
          <a:bodyPr wrap="square" anchor="t"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214366"/>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40991"/>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