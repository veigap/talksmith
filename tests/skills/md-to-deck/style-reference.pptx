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sec-0" TargetMode="External"/><Relationship Id="rId3" Type="http://schemas.openxmlformats.org/officeDocument/2006/relationships/hyperlink" Target="#sec-1" TargetMode="External"/><Relationship Id="rId4" Type="http://schemas.openxmlformats.org/officeDocument/2006/relationships/hyperlink" Target="#sec-2" TargetMode="External"/><Relationship Id="rId5" Type="http://schemas.openxmlformats.org/officeDocument/2006/relationships/hyperlink" Target="#sec-3" TargetMode="External"/><Relationship Id="rId6" Type="http://schemas.openxmlformats.org/officeDocument/2006/relationships/hyperlink" Target="#sec-4" TargetMode="External"/><Relationship Id="rId7" Type="http://schemas.openxmlformats.org/officeDocument/2006/relationships/hyperlink" Target="#sec-5" TargetMode="External"/><Relationship Id="rId8" Type="http://schemas.openxmlformats.org/officeDocument/2006/relationships/hyperlink" Target="#sec-6"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sec-0" TargetMode="External"/><Relationship Id="rId3" Type="http://schemas.openxmlformats.org/officeDocument/2006/relationships/hyperlink" Target="#sec-1" TargetMode="External"/><Relationship Id="rId4" Type="http://schemas.openxmlformats.org/officeDocument/2006/relationships/hyperlink" Target="#sec-2" TargetMode="External"/><Relationship Id="rId5" Type="http://schemas.openxmlformats.org/officeDocument/2006/relationships/hyperlink" Target="#sec-3" TargetMode="External"/><Relationship Id="rId6" Type="http://schemas.openxmlformats.org/officeDocument/2006/relationships/hyperlink" Target="#sec-4" TargetMode="External"/><Relationship Id="rId7" Type="http://schemas.openxmlformats.org/officeDocument/2006/relationships/hyperlink" Target="#sec-5" TargetMode="External"/><Relationship Id="rId8" Type="http://schemas.openxmlformats.org/officeDocument/2006/relationships/hyperlink" Target="#sec-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sec-0" TargetMode="External"/><Relationship Id="rId3" Type="http://schemas.openxmlformats.org/officeDocument/2006/relationships/hyperlink" Target="#sec-1" TargetMode="External"/><Relationship Id="rId4" Type="http://schemas.openxmlformats.org/officeDocument/2006/relationships/hyperlink" Target="#sec-2" TargetMode="External"/><Relationship Id="rId5" Type="http://schemas.openxmlformats.org/officeDocument/2006/relationships/hyperlink" Target="#sec-3" TargetMode="External"/><Relationship Id="rId6" Type="http://schemas.openxmlformats.org/officeDocument/2006/relationships/hyperlink" Target="#sec-4" TargetMode="External"/><Relationship Id="rId7" Type="http://schemas.openxmlformats.org/officeDocument/2006/relationships/hyperlink" Target="#sec-5" TargetMode="External"/><Relationship Id="rId8" Type="http://schemas.openxmlformats.org/officeDocument/2006/relationships/hyperlink" Target="#sec-6"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3.png"/><Relationship Id="rId7" Type="http://schemas.openxmlformats.org/officeDocument/2006/relationships/image" Target="../media/image30.png"/><Relationship Id="rId8" Type="http://schemas.openxmlformats.org/officeDocument/2006/relationships/image" Target="../media/image44.png"/><Relationship Id="rId9" Type="http://schemas.openxmlformats.org/officeDocument/2006/relationships/image" Target="../media/image29.png"/><Relationship Id="rId10"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jpg"/><Relationship Id="rId6" Type="http://schemas.openxmlformats.org/officeDocument/2006/relationships/notesSlide" Target="../notesSlides/notes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jpg"/><Relationship Id="rId5"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9.png"/><Relationship Id="rId4" Type="http://schemas.openxmlformats.org/officeDocument/2006/relationships/image" Target="../media/image5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2.png"/><Relationship Id="rId4" Type="http://schemas.openxmlformats.org/officeDocument/2006/relationships/image" Target="../media/image5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hyperlink" Target="https://www.who.int" TargetMode="External"/><Relationship Id="rId8" Type="http://schemas.openxmlformats.org/officeDocument/2006/relationships/image" Target="../media/image64.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sec-0" TargetMode="External"/><Relationship Id="rId3" Type="http://schemas.openxmlformats.org/officeDocument/2006/relationships/hyperlink" Target="#sec-1" TargetMode="External"/><Relationship Id="rId4" Type="http://schemas.openxmlformats.org/officeDocument/2006/relationships/hyperlink" Target="#sec-2" TargetMode="External"/><Relationship Id="rId5" Type="http://schemas.openxmlformats.org/officeDocument/2006/relationships/hyperlink" Target="#sec-3" TargetMode="External"/><Relationship Id="rId6" Type="http://schemas.openxmlformats.org/officeDocument/2006/relationships/hyperlink" Target="#sec-4" TargetMode="External"/><Relationship Id="rId7" Type="http://schemas.openxmlformats.org/officeDocument/2006/relationships/hyperlink" Target="#sec-5" TargetMode="External"/><Relationship Id="rId8" Type="http://schemas.openxmlformats.org/officeDocument/2006/relationships/hyperlink" Target="#sec-6"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17.png"/><Relationship Id="rId5" Type="http://schemas.openxmlformats.org/officeDocument/2006/relationships/image" Target="../media/image69.png"/><Relationship Id="rId6" Type="http://schemas.openxmlformats.org/officeDocument/2006/relationships/image" Target="../media/image45.png"/><Relationship Id="rId7"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68.png"/><Relationship Id="rId4" Type="http://schemas.openxmlformats.org/officeDocument/2006/relationships/hyperlink" Target="https://arxiv.org/abs/2108.07258" TargetMode="External"/><Relationship Id="rId5"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sec-0" TargetMode="External"/><Relationship Id="rId3" Type="http://schemas.openxmlformats.org/officeDocument/2006/relationships/hyperlink" Target="#sec-1" TargetMode="External"/><Relationship Id="rId4" Type="http://schemas.openxmlformats.org/officeDocument/2006/relationships/hyperlink" Target="#sec-2" TargetMode="External"/><Relationship Id="rId5" Type="http://schemas.openxmlformats.org/officeDocument/2006/relationships/hyperlink" Target="#sec-3" TargetMode="External"/><Relationship Id="rId6" Type="http://schemas.openxmlformats.org/officeDocument/2006/relationships/hyperlink" Target="#sec-4" TargetMode="External"/><Relationship Id="rId7" Type="http://schemas.openxmlformats.org/officeDocument/2006/relationships/hyperlink" Target="#sec-5" TargetMode="External"/><Relationship Id="rId8" Type="http://schemas.openxmlformats.org/officeDocument/2006/relationships/hyperlink" Target="#sec-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8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8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86.png"/><Relationship Id="rId5" Type="http://schemas.openxmlformats.org/officeDocument/2006/relationships/image" Target="../media/image8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75.png"/><Relationship Id="rId4" Type="http://schemas.openxmlformats.org/officeDocument/2006/relationships/image" Target="../media/image88.png"/><Relationship Id="rId5" Type="http://schemas.openxmlformats.org/officeDocument/2006/relationships/image" Target="../media/image46.png"/><Relationship Id="rId6" Type="http://schemas.openxmlformats.org/officeDocument/2006/relationships/image" Target="../media/image89.png"/><Relationship Id="rId7"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92.png"/><Relationship Id="rId6" Type="http://schemas.openxmlformats.org/officeDocument/2006/relationships/notesSlide" Target="../notesSlides/notesSlide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66.png"/><Relationship Id="rId5" Type="http://schemas.openxmlformats.org/officeDocument/2006/relationships/notesSlide" Target="../notesSlides/notesSlide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93.png"/><Relationship Id="rId6" Type="http://schemas.openxmlformats.org/officeDocument/2006/relationships/notesSlide" Target="../notesSlides/notesSlide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52.jpg"/><Relationship Id="rId6" Type="http://schemas.openxmlformats.org/officeDocument/2006/relationships/notesSlide" Target="../notesSlides/notesSlide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94.jpg"/><Relationship Id="rId5" Type="http://schemas.openxmlformats.org/officeDocument/2006/relationships/notesSlide" Target="../notesSlides/notesSlide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5.png"/><Relationship Id="rId4" Type="http://schemas.openxmlformats.org/officeDocument/2006/relationships/notesSlide" Target="../notesSlides/notesSlide1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notesSlide" Target="../notesSlides/notesSlide1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45.png"/><Relationship Id="rId4" Type="http://schemas.openxmlformats.org/officeDocument/2006/relationships/hyperlink" Target="https://www.who.int" TargetMode="External"/><Relationship Id="rId5" Type="http://schemas.openxmlformats.org/officeDocument/2006/relationships/notesSlide" Target="../notesSlides/notesSlide1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9.png"/><Relationship Id="rId4" Type="http://schemas.openxmlformats.org/officeDocument/2006/relationships/image" Target="../media/image10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sec-0" TargetMode="External"/><Relationship Id="rId3" Type="http://schemas.openxmlformats.org/officeDocument/2006/relationships/hyperlink" Target="#sec-1" TargetMode="External"/><Relationship Id="rId4" Type="http://schemas.openxmlformats.org/officeDocument/2006/relationships/hyperlink" Target="#sec-2" TargetMode="External"/><Relationship Id="rId5" Type="http://schemas.openxmlformats.org/officeDocument/2006/relationships/hyperlink" Target="#sec-3" TargetMode="External"/><Relationship Id="rId6" Type="http://schemas.openxmlformats.org/officeDocument/2006/relationships/hyperlink" Target="#sec-4" TargetMode="External"/><Relationship Id="rId7" Type="http://schemas.openxmlformats.org/officeDocument/2006/relationships/hyperlink" Target="#sec-5" TargetMode="External"/><Relationship Id="rId8" Type="http://schemas.openxmlformats.org/officeDocument/2006/relationships/hyperlink" Target="#sec-6"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1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notesSlide" Target="../notesSlides/notesSlide1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notesSlide" Target="../notesSlides/notesSlide2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sec-0" TargetMode="External"/><Relationship Id="rId3" Type="http://schemas.openxmlformats.org/officeDocument/2006/relationships/hyperlink" Target="#sec-1" TargetMode="External"/><Relationship Id="rId4" Type="http://schemas.openxmlformats.org/officeDocument/2006/relationships/hyperlink" Target="#sec-2" TargetMode="External"/><Relationship Id="rId5" Type="http://schemas.openxmlformats.org/officeDocument/2006/relationships/hyperlink" Target="#sec-3" TargetMode="External"/><Relationship Id="rId6" Type="http://schemas.openxmlformats.org/officeDocument/2006/relationships/hyperlink" Target="#sec-4" TargetMode="External"/><Relationship Id="rId7" Type="http://schemas.openxmlformats.org/officeDocument/2006/relationships/hyperlink" Target="#sec-5" TargetMode="External"/><Relationship Id="rId8" Type="http://schemas.openxmlformats.org/officeDocument/2006/relationships/hyperlink" Target="#sec-6"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notesSlide" Target="../notesSlides/notesSlide2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image" Target="../media/image109.png"/><Relationship Id="rId4" Type="http://schemas.openxmlformats.org/officeDocument/2006/relationships/notesSlide" Target="../notesSlides/notesSlide2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707041"/>
            <a:ext cx="8146256" cy="730568"/>
          </a:xfrm>
          <a:prstGeom prst="rect">
            <a:avLst/>
          </a:prstGeom>
          <a:noFill/>
        </p:spPr>
        <p:txBody>
          <a:bodyPr wrap="none" anchor="t"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32680"/>
            <a:ext cx="7173182" cy="309277"/>
          </a:xfrm>
          <a:prstGeom prst="rect">
            <a:avLst/>
          </a:prstGeom>
          <a:noFill/>
        </p:spPr>
        <p:txBody>
          <a:bodyPr wrap="none" anchor="t"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608642"/>
            <a:ext cx="8187534" cy="950976"/>
          </a:xfrm>
          <a:prstGeom prst="rect">
            <a:avLst/>
          </a:prstGeom>
          <a:noFill/>
        </p:spPr>
        <p:txBody>
          <a:bodyPr wrap="square" anchor="t"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37602"/>
            <a:ext cx="8187534" cy="749522"/>
          </a:xfrm>
          <a:prstGeom prst="rect">
            <a:avLst/>
          </a:prstGeom>
          <a:noFill/>
        </p:spPr>
        <p:txBody>
          <a:bodyPr wrap="square" anchor="t"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A1B2E"/>
                </a:solidFill>
                <a:latin typeface="Courier New"/>
                <a:hlinkClick r:id="rId2"/>
              </a:rPr>
              <a:t>01</a:t>
            </a:r>
            <a:r>
              <a:rPr sz="2592" b="1" i="0" u="none">
                <a:solidFill>
                  <a:srgbClr val="1F1E1E"/>
                </a:solidFill>
                <a:latin typeface="Arial"/>
                <a:hlinkClick r:id="rId2"/>
              </a:rPr>
              <a:t>Frames &amp; openers</a:t>
            </a:r>
            <a:r>
              <a:rPr sz="1200" b="0" i="0" u="none">
                <a:solidFill>
                  <a:srgbClr val="2A2626"/>
                </a:solidFill>
                <a:latin typeface="Arial"/>
              </a:rPr>
              <a:t>
</a:t>
            </a:r>
            <a:r>
              <a:rPr sz="1920" b="1" i="0" u="none">
                <a:solidFill>
                  <a:srgbClr val="D8D2CE"/>
                </a:solidFill>
                <a:latin typeface="Courier New"/>
                <a:hlinkClick r:id="rId3"/>
              </a:rPr>
              <a:t>02</a:t>
            </a:r>
            <a:r>
              <a:rPr sz="2592" b="1" i="0" u="none">
                <a:solidFill>
                  <a:srgbClr val="6E6663"/>
                </a:solidFill>
                <a:latin typeface="Arial"/>
                <a:hlinkClick r:id="rId3"/>
              </a:rPr>
              <a:t>Statement &amp; emphasis</a:t>
            </a:r>
            <a:r>
              <a:rPr sz="1200" b="0" i="0" u="none">
                <a:solidFill>
                  <a:srgbClr val="2A2626"/>
                </a:solidFill>
                <a:latin typeface="Arial"/>
              </a:rPr>
              <a:t>
</a:t>
            </a:r>
            <a:r>
              <a:rPr sz="1920" b="1" i="0" u="none">
                <a:solidFill>
                  <a:srgbClr val="D8D2CE"/>
                </a:solidFill>
                <a:latin typeface="Courier New"/>
                <a:hlinkClick r:id="rId4"/>
              </a:rPr>
              <a:t>03</a:t>
            </a:r>
            <a:r>
              <a:rPr sz="2592" b="1" i="0" u="none">
                <a:solidFill>
                  <a:srgbClr val="6E6663"/>
                </a:solidFill>
                <a:latin typeface="Arial"/>
                <a:hlinkClick r:id="rId4"/>
              </a:rPr>
              <a:t>Enumerations</a:t>
            </a:r>
            <a:r>
              <a:rPr sz="1200" b="0" i="0" u="none">
                <a:solidFill>
                  <a:srgbClr val="2A2626"/>
                </a:solidFill>
                <a:latin typeface="Arial"/>
              </a:rPr>
              <a:t>
</a:t>
            </a:r>
            <a:r>
              <a:rPr sz="1920" b="1" i="0" u="none">
                <a:solidFill>
                  <a:srgbClr val="D8D2CE"/>
                </a:solidFill>
                <a:latin typeface="Courier New"/>
                <a:hlinkClick r:id="rId5"/>
              </a:rPr>
              <a:t>04</a:t>
            </a:r>
            <a:r>
              <a:rPr sz="2592" b="1" i="0" u="none">
                <a:solidFill>
                  <a:srgbClr val="6E6663"/>
                </a:solidFill>
                <a:latin typeface="Arial"/>
                <a:hlinkClick r:id="rId5"/>
              </a:rPr>
              <a:t>Ordered &amp; comparison</a:t>
            </a:r>
            <a:r>
              <a:rPr sz="1200" b="0" i="0" u="none">
                <a:solidFill>
                  <a:srgbClr val="2A2626"/>
                </a:solidFill>
                <a:latin typeface="Arial"/>
              </a:rPr>
              <a:t>
</a:t>
            </a:r>
            <a:r>
              <a:rPr sz="1920" b="1" i="0" u="none">
                <a:solidFill>
                  <a:srgbClr val="D8D2CE"/>
                </a:solidFill>
                <a:latin typeface="Courier New"/>
                <a:hlinkClick r:id="rId6"/>
              </a:rPr>
              <a:t>05</a:t>
            </a:r>
            <a:r>
              <a:rPr sz="2592" b="1" i="0" u="none">
                <a:solidFill>
                  <a:srgbClr val="6E6663"/>
                </a:solidFill>
                <a:latin typeface="Arial"/>
                <a:hlinkClick r:id="rId6"/>
              </a:rPr>
              <a:t>Visual &amp; data</a:t>
            </a:r>
            <a:r>
              <a:rPr sz="1200" b="0" i="0" u="none">
                <a:solidFill>
                  <a:srgbClr val="2A2626"/>
                </a:solidFill>
                <a:latin typeface="Arial"/>
              </a:rPr>
              <a:t>
</a:t>
            </a:r>
            <a:r>
              <a:rPr sz="1920" b="1" i="0" u="none">
                <a:solidFill>
                  <a:srgbClr val="D8D2CE"/>
                </a:solidFill>
                <a:latin typeface="Courier New"/>
                <a:hlinkClick r:id="rId7"/>
              </a:rPr>
              <a:t>06</a:t>
            </a:r>
            <a:r>
              <a:rPr sz="2592" b="1" i="0" u="none">
                <a:solidFill>
                  <a:srgbClr val="6E6663"/>
                </a:solidFill>
                <a:latin typeface="Arial"/>
                <a:hlinkClick r:id="rId7"/>
              </a:rPr>
              <a:t>Interactive (quiz)</a:t>
            </a:r>
            <a:r>
              <a:rPr sz="1200" b="0" i="0" u="none">
                <a:solidFill>
                  <a:srgbClr val="2A2626"/>
                </a:solidFill>
                <a:latin typeface="Arial"/>
              </a:rPr>
              <a:t>
</a:t>
            </a:r>
            <a:r>
              <a:rPr sz="1920" b="1" i="0" u="none">
                <a:solidFill>
                  <a:srgbClr val="D8D2CE"/>
                </a:solidFill>
                <a:latin typeface="Courier New"/>
                <a:hlinkClick r:id="rId8"/>
              </a:rPr>
              <a:t>07</a:t>
            </a:r>
            <a:r>
              <a:rPr sz="2592" b="1" i="0" u="none">
                <a:solidFill>
                  <a:srgbClr val="6E6663"/>
                </a:solidFill>
                <a:latin typeface="Arial"/>
                <a:hlinkClick r:id="rId8"/>
              </a:rPr>
              <a:t>Closing</a:t>
            </a:r>
            <a:r>
              <a:rPr sz="1200" b="0" i="0" u="none">
                <a:solidFill>
                  <a:srgbClr val="2A2626"/>
                </a:solidFill>
                <a:latin typeface="Arial"/>
              </a:rPr>
              <a:t>
</a:t>
            </a:r>
          </a:p>
        </p:txBody>
      </p:sp>
      <p:sp>
        <p:nvSpPr>
          <p:cNvPr id="3" name="TextBox 2"/>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4" name="TextBox 3"/>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40180"/>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88820"/>
            <a:ext cx="11032887" cy="3174397"/>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35163"/>
            <a:ext cx="11032887" cy="682847"/>
          </a:xfrm>
          <a:prstGeom prst="rect">
            <a:avLst/>
          </a:prstGeom>
          <a:noFill/>
        </p:spPr>
        <p:txBody>
          <a:bodyPr wrap="square" anchor="t"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50033"/>
            <a:ext cx="11032887" cy="1757934"/>
          </a:xfrm>
          <a:prstGeom prst="rect">
            <a:avLst/>
          </a:prstGeom>
          <a:noFill/>
        </p:spPr>
        <p:txBody>
          <a:bodyPr wrap="square" anchor="t"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rPr>
              <a:t>01</a:t>
            </a:r>
            <a:r>
              <a:rPr sz="2592" b="1" i="0" u="none">
                <a:solidFill>
                  <a:srgbClr val="6E6663"/>
                </a:solidFill>
                <a:latin typeface="Arial"/>
                <a:hlinkClick r:id="rId2"/>
              </a:rPr>
              <a:t>Frames &amp; openers</a:t>
            </a:r>
            <a:r>
              <a:rPr sz="1200" b="0" i="0" u="none">
                <a:solidFill>
                  <a:srgbClr val="2A2626"/>
                </a:solidFill>
                <a:latin typeface="Arial"/>
              </a:rPr>
              <a:t>
</a:t>
            </a:r>
            <a:r>
              <a:rPr sz="1920" b="1" i="0" u="none">
                <a:solidFill>
                  <a:srgbClr val="DA1B2E"/>
                </a:solidFill>
                <a:latin typeface="Courier New"/>
                <a:hlinkClick r:id="rId3"/>
              </a:rPr>
              <a:t>02</a:t>
            </a:r>
            <a:r>
              <a:rPr sz="2592" b="1" i="0" u="none">
                <a:solidFill>
                  <a:srgbClr val="1F1E1E"/>
                </a:solidFill>
                <a:latin typeface="Arial"/>
                <a:hlinkClick r:id="rId3"/>
              </a:rPr>
              <a:t>Statement &amp; emphasis</a:t>
            </a:r>
            <a:r>
              <a:rPr sz="1200" b="0" i="0" u="none">
                <a:solidFill>
                  <a:srgbClr val="2A2626"/>
                </a:solidFill>
                <a:latin typeface="Arial"/>
              </a:rPr>
              <a:t>
</a:t>
            </a:r>
            <a:r>
              <a:rPr sz="1920" b="1" i="0" u="none">
                <a:solidFill>
                  <a:srgbClr val="D8D2CE"/>
                </a:solidFill>
                <a:latin typeface="Courier New"/>
                <a:hlinkClick r:id="rId4"/>
              </a:rPr>
              <a:t>03</a:t>
            </a:r>
            <a:r>
              <a:rPr sz="2592" b="1" i="0" u="none">
                <a:solidFill>
                  <a:srgbClr val="6E6663"/>
                </a:solidFill>
                <a:latin typeface="Arial"/>
                <a:hlinkClick r:id="rId4"/>
              </a:rPr>
              <a:t>Enumerations</a:t>
            </a:r>
            <a:r>
              <a:rPr sz="1200" b="0" i="0" u="none">
                <a:solidFill>
                  <a:srgbClr val="2A2626"/>
                </a:solidFill>
                <a:latin typeface="Arial"/>
              </a:rPr>
              <a:t>
</a:t>
            </a:r>
            <a:r>
              <a:rPr sz="1920" b="1" i="0" u="none">
                <a:solidFill>
                  <a:srgbClr val="D8D2CE"/>
                </a:solidFill>
                <a:latin typeface="Courier New"/>
                <a:hlinkClick r:id="rId5"/>
              </a:rPr>
              <a:t>04</a:t>
            </a:r>
            <a:r>
              <a:rPr sz="2592" b="1" i="0" u="none">
                <a:solidFill>
                  <a:srgbClr val="6E6663"/>
                </a:solidFill>
                <a:latin typeface="Arial"/>
                <a:hlinkClick r:id="rId5"/>
              </a:rPr>
              <a:t>Ordered &amp; comparison</a:t>
            </a:r>
            <a:r>
              <a:rPr sz="1200" b="0" i="0" u="none">
                <a:solidFill>
                  <a:srgbClr val="2A2626"/>
                </a:solidFill>
                <a:latin typeface="Arial"/>
              </a:rPr>
              <a:t>
</a:t>
            </a:r>
            <a:r>
              <a:rPr sz="1920" b="1" i="0" u="none">
                <a:solidFill>
                  <a:srgbClr val="D8D2CE"/>
                </a:solidFill>
                <a:latin typeface="Courier New"/>
                <a:hlinkClick r:id="rId6"/>
              </a:rPr>
              <a:t>05</a:t>
            </a:r>
            <a:r>
              <a:rPr sz="2592" b="1" i="0" u="none">
                <a:solidFill>
                  <a:srgbClr val="6E6663"/>
                </a:solidFill>
                <a:latin typeface="Arial"/>
                <a:hlinkClick r:id="rId6"/>
              </a:rPr>
              <a:t>Visual &amp; data</a:t>
            </a:r>
            <a:r>
              <a:rPr sz="1200" b="0" i="0" u="none">
                <a:solidFill>
                  <a:srgbClr val="2A2626"/>
                </a:solidFill>
                <a:latin typeface="Arial"/>
              </a:rPr>
              <a:t>
</a:t>
            </a:r>
            <a:r>
              <a:rPr sz="1920" b="1" i="0" u="none">
                <a:solidFill>
                  <a:srgbClr val="D8D2CE"/>
                </a:solidFill>
                <a:latin typeface="Courier New"/>
                <a:hlinkClick r:id="rId7"/>
              </a:rPr>
              <a:t>06</a:t>
            </a:r>
            <a:r>
              <a:rPr sz="2592" b="1" i="0" u="none">
                <a:solidFill>
                  <a:srgbClr val="6E6663"/>
                </a:solidFill>
                <a:latin typeface="Arial"/>
                <a:hlinkClick r:id="rId7"/>
              </a:rPr>
              <a:t>Interactive (quiz)</a:t>
            </a:r>
            <a:r>
              <a:rPr sz="1200" b="0" i="0" u="none">
                <a:solidFill>
                  <a:srgbClr val="2A2626"/>
                </a:solidFill>
                <a:latin typeface="Arial"/>
              </a:rPr>
              <a:t>
</a:t>
            </a:r>
            <a:r>
              <a:rPr sz="1920" b="1" i="0" u="none">
                <a:solidFill>
                  <a:srgbClr val="D8D2CE"/>
                </a:solidFill>
                <a:latin typeface="Courier New"/>
                <a:hlinkClick r:id="rId8"/>
              </a:rPr>
              <a:t>07</a:t>
            </a:r>
            <a:r>
              <a:rPr sz="2592" b="1" i="0" u="none">
                <a:solidFill>
                  <a:srgbClr val="6E6663"/>
                </a:solidFill>
                <a:latin typeface="Arial"/>
                <a:hlinkClick r:id="rId8"/>
              </a:rPr>
              <a:t>Closing</a:t>
            </a:r>
            <a:r>
              <a:rPr sz="1200" b="0" i="0" u="none">
                <a:solidFill>
                  <a:srgbClr val="2A2626"/>
                </a:solidFill>
                <a:latin typeface="Arial"/>
              </a:rPr>
              <a:t>
</a:t>
            </a:r>
          </a:p>
        </p:txBody>
      </p:sp>
      <p:sp>
        <p:nvSpPr>
          <p:cNvPr id="3" name="TextBox 2"/>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4" name="TextBox 3"/>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36992"/>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85536"/>
            <a:ext cx="11032887" cy="2380869"/>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38352"/>
            <a:ext cx="11032887" cy="682847"/>
          </a:xfrm>
          <a:prstGeom prst="rect">
            <a:avLst/>
          </a:prstGeom>
          <a:noFill/>
        </p:spPr>
        <p:txBody>
          <a:bodyPr wrap="square" anchor="t"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74097"/>
            <a:ext cx="1088917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322642"/>
            <a:ext cx="11032887" cy="4761357"/>
          </a:xfrm>
          <a:prstGeom prst="rect">
            <a:avLst/>
          </a:prstGeom>
          <a:noFill/>
        </p:spPr>
        <p:txBody>
          <a:bodyPr wrap="square" anchor="t"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2197132"/>
            <a:ext cx="10887075" cy="1761649"/>
          </a:xfrm>
          <a:prstGeom prst="rect">
            <a:avLst/>
          </a:prstGeom>
          <a:noFill/>
        </p:spPr>
        <p:txBody>
          <a:bodyPr wrap="none" anchor="t"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53757"/>
            <a:ext cx="11030760" cy="1316641"/>
          </a:xfrm>
          <a:prstGeom prst="rect">
            <a:avLst/>
          </a:prstGeom>
          <a:noFill/>
        </p:spPr>
        <p:txBody>
          <a:bodyPr wrap="square" anchor="t"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47502"/>
            <a:ext cx="9804082"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896046"/>
            <a:ext cx="9804082" cy="731520"/>
          </a:xfrm>
          <a:prstGeom prst="rect">
            <a:avLst/>
          </a:prstGeom>
          <a:noFill/>
        </p:spPr>
        <p:txBody>
          <a:bodyPr wrap="none" anchor="t"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t"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218081"/>
            <a:ext cx="9804082" cy="292608"/>
          </a:xfrm>
          <a:prstGeom prst="rect">
            <a:avLst/>
          </a:prstGeom>
          <a:noFill/>
        </p:spPr>
        <p:txBody>
          <a:bodyPr wrap="none" anchor="t"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76590"/>
            <a:ext cx="9804082"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225135"/>
            <a:ext cx="9804082" cy="731520"/>
          </a:xfrm>
          <a:prstGeom prst="rect">
            <a:avLst/>
          </a:prstGeom>
          <a:noFill/>
        </p:spPr>
        <p:txBody>
          <a:bodyPr wrap="none" anchor="t"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t"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07519"/>
            <a:ext cx="9521411" cy="1283684"/>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07519"/>
            <a:ext cx="9521411" cy="1283684"/>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53869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61824"/>
            <a:ext cx="9521411" cy="855726"/>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rPr>
              <a:t>01</a:t>
            </a:r>
            <a:r>
              <a:rPr sz="2592" b="1" i="0" u="none">
                <a:solidFill>
                  <a:srgbClr val="6E6663"/>
                </a:solidFill>
                <a:latin typeface="Arial"/>
                <a:hlinkClick r:id="rId2"/>
              </a:rPr>
              <a:t>Frames &amp; openers</a:t>
            </a:r>
            <a:r>
              <a:rPr sz="1200" b="0" i="0" u="none">
                <a:solidFill>
                  <a:srgbClr val="2A2626"/>
                </a:solidFill>
                <a:latin typeface="Arial"/>
              </a:rPr>
              <a:t>
</a:t>
            </a:r>
            <a:r>
              <a:rPr sz="1920" b="1" i="0" u="none">
                <a:solidFill>
                  <a:srgbClr val="D8D2CE"/>
                </a:solidFill>
                <a:latin typeface="Courier New"/>
                <a:hlinkClick r:id="rId3"/>
              </a:rPr>
              <a:t>02</a:t>
            </a:r>
            <a:r>
              <a:rPr sz="2592" b="1" i="0" u="none">
                <a:solidFill>
                  <a:srgbClr val="6E6663"/>
                </a:solidFill>
                <a:latin typeface="Arial"/>
                <a:hlinkClick r:id="rId3"/>
              </a:rPr>
              <a:t>Statement &amp; emphasis</a:t>
            </a:r>
            <a:r>
              <a:rPr sz="1200" b="0" i="0" u="none">
                <a:solidFill>
                  <a:srgbClr val="2A2626"/>
                </a:solidFill>
                <a:latin typeface="Arial"/>
              </a:rPr>
              <a:t>
</a:t>
            </a:r>
            <a:r>
              <a:rPr sz="1920" b="1" i="0" u="none">
                <a:solidFill>
                  <a:srgbClr val="DA1B2E"/>
                </a:solidFill>
                <a:latin typeface="Courier New"/>
                <a:hlinkClick r:id="rId4"/>
              </a:rPr>
              <a:t>03</a:t>
            </a:r>
            <a:r>
              <a:rPr sz="2592" b="1" i="0" u="none">
                <a:solidFill>
                  <a:srgbClr val="1F1E1E"/>
                </a:solidFill>
                <a:latin typeface="Arial"/>
                <a:hlinkClick r:id="rId4"/>
              </a:rPr>
              <a:t>Enumerations</a:t>
            </a:r>
            <a:r>
              <a:rPr sz="1200" b="0" i="0" u="none">
                <a:solidFill>
                  <a:srgbClr val="2A2626"/>
                </a:solidFill>
                <a:latin typeface="Arial"/>
              </a:rPr>
              <a:t>
</a:t>
            </a:r>
            <a:r>
              <a:rPr sz="1920" b="1" i="0" u="none">
                <a:solidFill>
                  <a:srgbClr val="D8D2CE"/>
                </a:solidFill>
                <a:latin typeface="Courier New"/>
                <a:hlinkClick r:id="rId5"/>
              </a:rPr>
              <a:t>04</a:t>
            </a:r>
            <a:r>
              <a:rPr sz="2592" b="1" i="0" u="none">
                <a:solidFill>
                  <a:srgbClr val="6E6663"/>
                </a:solidFill>
                <a:latin typeface="Arial"/>
                <a:hlinkClick r:id="rId5"/>
              </a:rPr>
              <a:t>Ordered &amp; comparison</a:t>
            </a:r>
            <a:r>
              <a:rPr sz="1200" b="0" i="0" u="none">
                <a:solidFill>
                  <a:srgbClr val="2A2626"/>
                </a:solidFill>
                <a:latin typeface="Arial"/>
              </a:rPr>
              <a:t>
</a:t>
            </a:r>
            <a:r>
              <a:rPr sz="1920" b="1" i="0" u="none">
                <a:solidFill>
                  <a:srgbClr val="D8D2CE"/>
                </a:solidFill>
                <a:latin typeface="Courier New"/>
                <a:hlinkClick r:id="rId6"/>
              </a:rPr>
              <a:t>05</a:t>
            </a:r>
            <a:r>
              <a:rPr sz="2592" b="1" i="0" u="none">
                <a:solidFill>
                  <a:srgbClr val="6E6663"/>
                </a:solidFill>
                <a:latin typeface="Arial"/>
                <a:hlinkClick r:id="rId6"/>
              </a:rPr>
              <a:t>Visual &amp; data</a:t>
            </a:r>
            <a:r>
              <a:rPr sz="1200" b="0" i="0" u="none">
                <a:solidFill>
                  <a:srgbClr val="2A2626"/>
                </a:solidFill>
                <a:latin typeface="Arial"/>
              </a:rPr>
              <a:t>
</a:t>
            </a:r>
            <a:r>
              <a:rPr sz="1920" b="1" i="0" u="none">
                <a:solidFill>
                  <a:srgbClr val="D8D2CE"/>
                </a:solidFill>
                <a:latin typeface="Courier New"/>
                <a:hlinkClick r:id="rId7"/>
              </a:rPr>
              <a:t>06</a:t>
            </a:r>
            <a:r>
              <a:rPr sz="2592" b="1" i="0" u="none">
                <a:solidFill>
                  <a:srgbClr val="6E6663"/>
                </a:solidFill>
                <a:latin typeface="Arial"/>
                <a:hlinkClick r:id="rId7"/>
              </a:rPr>
              <a:t>Interactive (quiz)</a:t>
            </a:r>
            <a:r>
              <a:rPr sz="1200" b="0" i="0" u="none">
                <a:solidFill>
                  <a:srgbClr val="2A2626"/>
                </a:solidFill>
                <a:latin typeface="Arial"/>
              </a:rPr>
              <a:t>
</a:t>
            </a:r>
            <a:r>
              <a:rPr sz="1920" b="1" i="0" u="none">
                <a:solidFill>
                  <a:srgbClr val="D8D2CE"/>
                </a:solidFill>
                <a:latin typeface="Courier New"/>
                <a:hlinkClick r:id="rId8"/>
              </a:rPr>
              <a:t>07</a:t>
            </a:r>
            <a:r>
              <a:rPr sz="2592" b="1" i="0" u="none">
                <a:solidFill>
                  <a:srgbClr val="6E6663"/>
                </a:solidFill>
                <a:latin typeface="Arial"/>
                <a:hlinkClick r:id="rId8"/>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90411"/>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40182"/>
            <a:ext cx="3866864" cy="1069372"/>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90411"/>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40182"/>
            <a:ext cx="3866864" cy="1069372"/>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786348"/>
            <a:ext cx="707041" cy="707041"/>
          </a:xfrm>
          <a:prstGeom prst="rect">
            <a:avLst/>
          </a:prstGeom>
        </p:spPr>
      </p:pic>
      <p:sp>
        <p:nvSpPr>
          <p:cNvPr id="7" name="TextBox 6"/>
          <p:cNvSpPr txBox="1"/>
          <p:nvPr/>
        </p:nvSpPr>
        <p:spPr>
          <a:xfrm>
            <a:off x="1877282" y="278634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236119"/>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786348"/>
            <a:ext cx="707041" cy="707041"/>
          </a:xfrm>
          <a:prstGeom prst="rect">
            <a:avLst/>
          </a:prstGeom>
        </p:spPr>
      </p:pic>
      <p:sp>
        <p:nvSpPr>
          <p:cNvPr id="11" name="TextBox 10"/>
          <p:cNvSpPr txBox="1"/>
          <p:nvPr/>
        </p:nvSpPr>
        <p:spPr>
          <a:xfrm>
            <a:off x="7435882" y="278634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236119"/>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558474"/>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899755"/>
            <a:ext cx="707041" cy="707041"/>
          </a:xfrm>
          <a:prstGeom prst="rect">
            <a:avLst/>
          </a:prstGeom>
        </p:spPr>
      </p:pic>
      <p:sp>
        <p:nvSpPr>
          <p:cNvPr id="15" name="TextBox 14"/>
          <p:cNvSpPr txBox="1"/>
          <p:nvPr/>
        </p:nvSpPr>
        <p:spPr>
          <a:xfrm>
            <a:off x="1877282" y="4899755"/>
            <a:ext cx="93876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349526"/>
            <a:ext cx="9387650" cy="356426"/>
          </a:xfrm>
          <a:prstGeom prst="rect">
            <a:avLst/>
          </a:prstGeom>
          <a:noFill/>
        </p:spPr>
        <p:txBody>
          <a:bodyPr wrap="none" anchor="t"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16137"/>
            <a:ext cx="408565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2995136"/>
            <a:ext cx="4127317"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16137"/>
            <a:ext cx="408584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2995136"/>
            <a:ext cx="4127510"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97444"/>
            <a:ext cx="408565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76444"/>
            <a:ext cx="4127317"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97444"/>
            <a:ext cx="4085844"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76444"/>
            <a:ext cx="4127510"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16137"/>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2995136"/>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16137"/>
            <a:ext cx="2240090"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2995136"/>
            <a:ext cx="2254069"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16137"/>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2995136"/>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97444"/>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76444"/>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97444"/>
            <a:ext cx="2240090"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76444"/>
            <a:ext cx="2254069"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97444"/>
            <a:ext cx="2239899" cy="327755"/>
          </a:xfrm>
          <a:prstGeom prst="rect">
            <a:avLst/>
          </a:prstGeom>
          <a:noFill/>
        </p:spPr>
        <p:txBody>
          <a:bodyPr wrap="none" anchor="t"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76444"/>
            <a:ext cx="2253876" cy="901160"/>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55269"/>
            <a:ext cx="2885382"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55269"/>
            <a:ext cx="2885575"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55269"/>
            <a:ext cx="2885382" cy="987171"/>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659160"/>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206657"/>
            <a:ext cx="11032887" cy="443770"/>
          </a:xfrm>
          <a:prstGeom prst="rect">
            <a:avLst/>
          </a:prstGeom>
          <a:noFill/>
        </p:spPr>
        <p:txBody>
          <a:bodyPr wrap="square" anchor="t"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01224"/>
            <a:ext cx="4782605"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01224"/>
            <a:ext cx="4782702"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04866"/>
            <a:ext cx="4782605"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77857"/>
          </a:xfrm>
          <a:prstGeom prst="rect">
            <a:avLst/>
          </a:prstGeom>
          <a:noFill/>
        </p:spPr>
        <p:txBody>
          <a:bodyPr wrap="none" anchor="t"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04866"/>
            <a:ext cx="4782702" cy="658082"/>
          </a:xfrm>
          <a:prstGeom prst="rect">
            <a:avLst/>
          </a:prstGeom>
          <a:noFill/>
        </p:spPr>
        <p:txBody>
          <a:bodyPr wrap="square" anchor="t"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11426"/>
            <a:ext cx="2914869" cy="936974"/>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5327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11426"/>
            <a:ext cx="2914869" cy="936974"/>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64046"/>
          </a:xfrm>
          <a:prstGeom prst="rect">
            <a:avLst/>
          </a:prstGeom>
          <a:noFill/>
        </p:spPr>
        <p:txBody>
          <a:bodyPr wrap="none" anchor="t" lIns="0" tIns="0" rIns="0" bIns="0">
            <a:noAutofit/>
          </a:bodyPr>
          <a:lstStyle/>
          <a:p>
            <a:pPr algn="l">
              <a:lnSpc>
                <a:spcPts val="2650"/>
              </a:lnSpc>
              <a:spcBef>
                <a:spcPts val="0"/>
              </a:spcBef>
              <a:spcAft>
                <a:spcPts val="0"/>
              </a:spcAft>
            </a:pPr>
            <a:r>
              <a:rPr sz="2304" b="1" i="0" u="none">
                <a:solidFill>
                  <a:srgbClr val="1F1E1E"/>
                </a:solidFill>
                <a:latin typeface="Arial"/>
              </a:rPr>
              <a:t>Or use list</a:t>
            </a:r>
          </a:p>
        </p:txBody>
      </p:sp>
      <p:sp>
        <p:nvSpPr>
          <p:cNvPr id="35" name="TextBox 34"/>
          <p:cNvSpPr txBox="1"/>
          <p:nvPr/>
        </p:nvSpPr>
        <p:spPr>
          <a:xfrm>
            <a:off x="8665845" y="5311426"/>
            <a:ext cx="2914869" cy="950976"/>
          </a:xfrm>
          <a:prstGeom prst="rect">
            <a:avLst/>
          </a:prstGeom>
          <a:noFill/>
        </p:spPr>
        <p:txBody>
          <a:bodyPr wrap="square" anchor="t" lIns="0" tIns="0" rIns="0" bIns="0">
            <a:noAutofit/>
          </a:bodyPr>
          <a:lstStyle/>
          <a:p>
            <a:pPr algn="l">
              <a:lnSpc>
                <a:spcPts val="2488"/>
              </a:lnSpc>
              <a:spcBef>
                <a:spcPts val="0"/>
              </a:spcBef>
              <a:spcAft>
                <a:spcPts val="0"/>
              </a:spcAft>
            </a:pPr>
            <a:r>
              <a:rPr sz="1843" b="0" i="0" u="none">
                <a:solidFill>
                  <a:srgbClr val="3B3535"/>
                </a:solidFill>
                <a:latin typeface="Arial"/>
              </a:rPr>
              <a:t>The vertical format has the room prose needs.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02318"/>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88968"/>
          </a:xfrm>
          <a:prstGeom prst="rect">
            <a:avLst/>
          </a:prstGeom>
          <a:noFill/>
        </p:spPr>
        <p:txBody>
          <a:bodyPr wrap="square" anchor="t"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13712"/>
            <a:ext cx="2079177" cy="836771"/>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31391"/>
            <a:ext cx="2079177" cy="1119092"/>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98228"/>
          </a:xfrm>
          <a:prstGeom prst="rect">
            <a:avLst/>
          </a:prstGeom>
          <a:noFill/>
        </p:spPr>
        <p:txBody>
          <a:bodyPr wrap="none" anchor="t"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31391"/>
            <a:ext cx="2079177" cy="854107"/>
          </a:xfrm>
          <a:prstGeom prst="rect">
            <a:avLst/>
          </a:prstGeom>
          <a:noFill/>
        </p:spPr>
        <p:txBody>
          <a:bodyPr wrap="square" anchor="t"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1803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1803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1803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1803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5459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5459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54594"/>
            <a:ext cx="2085558"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95466"/>
          </a:xfrm>
          <a:prstGeom prst="rect">
            <a:avLst/>
          </a:prstGeom>
          <a:noFill/>
        </p:spPr>
        <p:txBody>
          <a:bodyPr wrap="none" anchor="t"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54594"/>
            <a:ext cx="2085752" cy="552545"/>
          </a:xfrm>
          <a:prstGeom prst="rect">
            <a:avLst/>
          </a:prstGeom>
          <a:noFill/>
        </p:spPr>
        <p:txBody>
          <a:bodyPr wrap="square" anchor="t"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58446"/>
            <a:ext cx="8118253"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6701679"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206657"/>
            <a:ext cx="66219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24568"/>
            <a:ext cx="2154780" cy="953834"/>
          </a:xfrm>
          <a:prstGeom prst="rect">
            <a:avLst/>
          </a:prstGeom>
          <a:noFill/>
        </p:spPr>
        <p:txBody>
          <a:bodyPr wrap="square" anchor="t"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33788"/>
            <a:ext cx="2154780" cy="776764"/>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24568"/>
            <a:ext cx="2142363" cy="282512"/>
          </a:xfrm>
          <a:prstGeom prst="rect">
            <a:avLst/>
          </a:prstGeom>
          <a:noFill/>
        </p:spPr>
        <p:txBody>
          <a:bodyPr wrap="none" anchor="t"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51276"/>
            <a:ext cx="2154877" cy="965740"/>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101114"/>
            <a:ext cx="5530501" cy="282512"/>
          </a:xfrm>
          <a:prstGeom prst="rect">
            <a:avLst/>
          </a:prstGeom>
          <a:noFill/>
        </p:spPr>
        <p:txBody>
          <a:bodyPr wrap="none" anchor="t"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27821"/>
            <a:ext cx="5593837" cy="517874"/>
          </a:xfrm>
          <a:prstGeom prst="rect">
            <a:avLst/>
          </a:prstGeom>
          <a:noFill/>
        </p:spPr>
        <p:txBody>
          <a:bodyPr wrap="square" anchor="t"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9376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905637"/>
            <a:ext cx="6701679"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92647"/>
            <a:ext cx="16954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42418"/>
            <a:ext cx="1701260"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92647"/>
            <a:ext cx="1701260"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31228"/>
            <a:ext cx="1701260" cy="1782223"/>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104513"/>
            <a:ext cx="2939224"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592288"/>
            <a:ext cx="2963691" cy="1045559"/>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104513"/>
            <a:ext cx="2939224"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592288"/>
            <a:ext cx="2963691" cy="1045559"/>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104513"/>
            <a:ext cx="2939320" cy="341376"/>
          </a:xfrm>
          <a:prstGeom prst="rect">
            <a:avLst/>
          </a:prstGeom>
          <a:noFill/>
        </p:spPr>
        <p:txBody>
          <a:bodyPr wrap="none" anchor="t"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592288"/>
            <a:ext cx="2963788" cy="1045654"/>
          </a:xfrm>
          <a:prstGeom prst="rect">
            <a:avLst/>
          </a:prstGeom>
          <a:noFill/>
        </p:spPr>
        <p:txBody>
          <a:bodyPr wrap="square" anchor="t"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Rounded Rectangle 4"/>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1543240" y="1653635"/>
            <a:ext cx="914590"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7" name="TextBox 6"/>
          <p:cNvSpPr txBox="1"/>
          <p:nvPr/>
        </p:nvSpPr>
        <p:spPr>
          <a:xfrm>
            <a:off x="5120164" y="1634585"/>
            <a:ext cx="630174"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8" name="Rounded Rectangle 7"/>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923734" y="2498693"/>
            <a:ext cx="612076" cy="612172"/>
          </a:xfrm>
          <a:prstGeom prst="rect">
            <a:avLst/>
          </a:prstGeom>
        </p:spPr>
      </p:pic>
      <p:sp>
        <p:nvSpPr>
          <p:cNvPr id="10" name="TextBox 9"/>
          <p:cNvSpPr txBox="1"/>
          <p:nvPr/>
        </p:nvSpPr>
        <p:spPr>
          <a:xfrm>
            <a:off x="1715262" y="2498693"/>
            <a:ext cx="4048125" cy="336709"/>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1" name="TextBox 10"/>
          <p:cNvSpPr txBox="1"/>
          <p:nvPr/>
        </p:nvSpPr>
        <p:spPr>
          <a:xfrm>
            <a:off x="1715262" y="2888075"/>
            <a:ext cx="4089225" cy="1234250"/>
          </a:xfrm>
          <a:prstGeom prst="rect">
            <a:avLst/>
          </a:prstGeom>
          <a:noFill/>
        </p:spPr>
        <p:txBody>
          <a:bodyPr wrap="square" anchor="t"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2" name="Rounded Rectangle 11"/>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464046" y="2498693"/>
            <a:ext cx="612076" cy="612172"/>
          </a:xfrm>
          <a:prstGeom prst="rect">
            <a:avLst/>
          </a:prstGeom>
        </p:spPr>
      </p:pic>
      <p:sp>
        <p:nvSpPr>
          <p:cNvPr id="14" name="TextBox 13"/>
          <p:cNvSpPr txBox="1"/>
          <p:nvPr/>
        </p:nvSpPr>
        <p:spPr>
          <a:xfrm>
            <a:off x="7255478" y="2498693"/>
            <a:ext cx="4048125" cy="336709"/>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5" name="Rounded Rectangle 14"/>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255478" y="2929318"/>
            <a:ext cx="709898" cy="263842"/>
          </a:xfrm>
          <a:prstGeom prst="rect">
            <a:avLst/>
          </a:prstGeom>
          <a:noFill/>
        </p:spPr>
        <p:txBody>
          <a:bodyPr wrap="none" anchor="t" lIns="75712" tIns="0" rIns="75712"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17" name="Rounded Rectangle 16"/>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923734" y="4953762"/>
            <a:ext cx="612076" cy="612076"/>
          </a:xfrm>
          <a:prstGeom prst="rect">
            <a:avLst/>
          </a:prstGeom>
        </p:spPr>
      </p:pic>
      <p:sp>
        <p:nvSpPr>
          <p:cNvPr id="19" name="TextBox 18"/>
          <p:cNvSpPr txBox="1"/>
          <p:nvPr/>
        </p:nvSpPr>
        <p:spPr>
          <a:xfrm>
            <a:off x="1715262" y="4953762"/>
            <a:ext cx="9588436" cy="336614"/>
          </a:xfrm>
          <a:prstGeom prst="rect">
            <a:avLst/>
          </a:prstGeom>
          <a:noFill/>
        </p:spPr>
        <p:txBody>
          <a:bodyPr wrap="none" anchor="t"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0" name="Rounded Rectangle 19"/>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715262" y="5692902"/>
            <a:ext cx="1758506" cy="263842"/>
          </a:xfrm>
          <a:prstGeom prst="rect">
            <a:avLst/>
          </a:prstGeom>
          <a:noFill/>
        </p:spPr>
        <p:txBody>
          <a:bodyPr wrap="none" anchor="t" lIns="75712" tIns="0" rIns="75712"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42330"/>
            <a:ext cx="707041" cy="707041"/>
          </a:xfrm>
          <a:prstGeom prst="rect">
            <a:avLst/>
          </a:prstGeom>
        </p:spPr>
      </p:pic>
      <p:sp>
        <p:nvSpPr>
          <p:cNvPr id="7" name="TextBox 6"/>
          <p:cNvSpPr txBox="1"/>
          <p:nvPr/>
        </p:nvSpPr>
        <p:spPr>
          <a:xfrm>
            <a:off x="1877282" y="2606992"/>
            <a:ext cx="3866864" cy="777812"/>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642330"/>
            <a:ext cx="707041" cy="707041"/>
          </a:xfrm>
          <a:prstGeom prst="rect">
            <a:avLst/>
          </a:prstGeom>
        </p:spPr>
      </p:pic>
      <p:sp>
        <p:nvSpPr>
          <p:cNvPr id="10" name="TextBox 9"/>
          <p:cNvSpPr txBox="1"/>
          <p:nvPr/>
        </p:nvSpPr>
        <p:spPr>
          <a:xfrm>
            <a:off x="7435882" y="2606992"/>
            <a:ext cx="3866864" cy="777812"/>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994213"/>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4335494"/>
            <a:ext cx="707041" cy="707041"/>
          </a:xfrm>
          <a:prstGeom prst="rect">
            <a:avLst/>
          </a:prstGeom>
        </p:spPr>
      </p:pic>
      <p:sp>
        <p:nvSpPr>
          <p:cNvPr id="13" name="TextBox 12"/>
          <p:cNvSpPr txBox="1"/>
          <p:nvPr/>
        </p:nvSpPr>
        <p:spPr>
          <a:xfrm>
            <a:off x="1877282" y="4494657"/>
            <a:ext cx="93876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76079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70465" y="1653635"/>
            <a:ext cx="1159478"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Rounded Rectangle 6"/>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915287" y="1653635"/>
            <a:ext cx="1159478"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9" name="Rounded Rectangle 8"/>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160109" y="1653635"/>
            <a:ext cx="1404461"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1" name="Rounded Rectangle 10"/>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649819" y="1653635"/>
            <a:ext cx="914590"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3" name="Rounded Rectangle 12"/>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649658" y="1653635"/>
            <a:ext cx="1526953" cy="247650"/>
          </a:xfrm>
          <a:prstGeom prst="rect">
            <a:avLst/>
          </a:prstGeom>
          <a:noFill/>
        </p:spPr>
        <p:txBody>
          <a:bodyPr wrap="none" anchor="t" lIns="61243" tIns="0" rIns="61243"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5" name="TextBox 14"/>
          <p:cNvSpPr txBox="1"/>
          <p:nvPr/>
        </p:nvSpPr>
        <p:spPr>
          <a:xfrm>
            <a:off x="10685240" y="1634585"/>
            <a:ext cx="617982"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16" name="TextBox 15"/>
          <p:cNvSpPr txBox="1"/>
          <p:nvPr/>
        </p:nvSpPr>
        <p:spPr>
          <a:xfrm>
            <a:off x="1915382" y="1867376"/>
            <a:ext cx="617982" cy="247650"/>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17" name="Rounded Rectangle 16"/>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2"/>
          <a:stretch>
            <a:fillRect/>
          </a:stretch>
        </p:blipFill>
        <p:spPr>
          <a:xfrm>
            <a:off x="826580" y="2646140"/>
            <a:ext cx="377190" cy="377190"/>
          </a:xfrm>
          <a:prstGeom prst="rect">
            <a:avLst/>
          </a:prstGeom>
        </p:spPr>
      </p:pic>
      <p:sp>
        <p:nvSpPr>
          <p:cNvPr id="19" name="TextBox 18"/>
          <p:cNvSpPr txBox="1"/>
          <p:nvPr/>
        </p:nvSpPr>
        <p:spPr>
          <a:xfrm>
            <a:off x="1314164" y="2646140"/>
            <a:ext cx="2758821"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0" name="TextBox 19"/>
          <p:cNvSpPr txBox="1"/>
          <p:nvPr/>
        </p:nvSpPr>
        <p:spPr>
          <a:xfrm>
            <a:off x="1314164" y="2886075"/>
            <a:ext cx="2780582" cy="630555"/>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1" name="Rounded Rectangle 20"/>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4490180" y="2646140"/>
            <a:ext cx="377190" cy="377190"/>
          </a:xfrm>
          <a:prstGeom prst="rect">
            <a:avLst/>
          </a:prstGeom>
        </p:spPr>
      </p:pic>
      <p:sp>
        <p:nvSpPr>
          <p:cNvPr id="23" name="TextBox 22"/>
          <p:cNvSpPr txBox="1"/>
          <p:nvPr/>
        </p:nvSpPr>
        <p:spPr>
          <a:xfrm>
            <a:off x="4977860" y="2646140"/>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24" name="TextBox 23"/>
          <p:cNvSpPr txBox="1"/>
          <p:nvPr/>
        </p:nvSpPr>
        <p:spPr>
          <a:xfrm>
            <a:off x="4977860" y="2886075"/>
            <a:ext cx="2780678" cy="630555"/>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25" name="Rounded Rectangle 24"/>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4"/>
          <a:stretch>
            <a:fillRect/>
          </a:stretch>
        </p:blipFill>
        <p:spPr>
          <a:xfrm>
            <a:off x="8153876" y="2646140"/>
            <a:ext cx="377190" cy="377190"/>
          </a:xfrm>
          <a:prstGeom prst="rect">
            <a:avLst/>
          </a:prstGeom>
        </p:spPr>
      </p:pic>
      <p:sp>
        <p:nvSpPr>
          <p:cNvPr id="27" name="Rounded Rectangle 26"/>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8641556" y="2666524"/>
            <a:ext cx="568833" cy="203264"/>
          </a:xfrm>
          <a:prstGeom prst="rect">
            <a:avLst/>
          </a:prstGeom>
          <a:noFill/>
        </p:spPr>
        <p:txBody>
          <a:bodyPr wrap="none" anchor="t" lIns="97585" tIns="0" rIns="97585"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29" name="Rounded Rectangle 28"/>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747694" y="2925413"/>
            <a:ext cx="142122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31" name="Rounded Rectangle 3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300305" y="3120676"/>
            <a:ext cx="101736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33" name="Rounded Rectangle 32"/>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9406318" y="3315938"/>
            <a:ext cx="371284"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35" name="Rounded Rectangle 34"/>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6" name="Picture 35" descr="image.png"/>
          <p:cNvPicPr>
            <a:picLocks noChangeAspect="1"/>
          </p:cNvPicPr>
          <p:nvPr/>
        </p:nvPicPr>
        <p:blipFill>
          <a:blip r:embed="rId5"/>
          <a:stretch>
            <a:fillRect/>
          </a:stretch>
        </p:blipFill>
        <p:spPr>
          <a:xfrm>
            <a:off x="826580" y="4183094"/>
            <a:ext cx="377190" cy="377190"/>
          </a:xfrm>
          <a:prstGeom prst="rect">
            <a:avLst/>
          </a:prstGeom>
        </p:spPr>
      </p:pic>
      <p:sp>
        <p:nvSpPr>
          <p:cNvPr id="37" name="TextBox 36"/>
          <p:cNvSpPr txBox="1"/>
          <p:nvPr/>
        </p:nvSpPr>
        <p:spPr>
          <a:xfrm>
            <a:off x="1314164" y="4183094"/>
            <a:ext cx="2758821"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38" name="TextBox 37"/>
          <p:cNvSpPr txBox="1"/>
          <p:nvPr/>
        </p:nvSpPr>
        <p:spPr>
          <a:xfrm>
            <a:off x="1314164" y="4422934"/>
            <a:ext cx="2780582" cy="926973"/>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39" name="Rounded Rectangle 38"/>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0" name="Picture 39" descr="image.png"/>
          <p:cNvPicPr>
            <a:picLocks noChangeAspect="1"/>
          </p:cNvPicPr>
          <p:nvPr/>
        </p:nvPicPr>
        <p:blipFill>
          <a:blip r:embed="rId6"/>
          <a:stretch>
            <a:fillRect/>
          </a:stretch>
        </p:blipFill>
        <p:spPr>
          <a:xfrm>
            <a:off x="4490180" y="4183094"/>
            <a:ext cx="377190" cy="377190"/>
          </a:xfrm>
          <a:prstGeom prst="rect">
            <a:avLst/>
          </a:prstGeom>
        </p:spPr>
      </p:pic>
      <p:sp>
        <p:nvSpPr>
          <p:cNvPr id="41" name="TextBox 40"/>
          <p:cNvSpPr txBox="1"/>
          <p:nvPr/>
        </p:nvSpPr>
        <p:spPr>
          <a:xfrm>
            <a:off x="4977860" y="4183094"/>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42" name="Rounded Rectangle 41"/>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4977860" y="4448366"/>
            <a:ext cx="1017365"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44" name="Rounded Rectangle 43"/>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xtBox 44"/>
          <p:cNvSpPr txBox="1"/>
          <p:nvPr/>
        </p:nvSpPr>
        <p:spPr>
          <a:xfrm>
            <a:off x="6165247" y="4643628"/>
            <a:ext cx="532733"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46" name="Rounded Rectangle 45"/>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TextBox 46"/>
          <p:cNvSpPr txBox="1"/>
          <p:nvPr/>
        </p:nvSpPr>
        <p:spPr>
          <a:xfrm>
            <a:off x="6741319" y="4643628"/>
            <a:ext cx="613600"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48" name="Rounded Rectangle 47"/>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9" name="TextBox 48"/>
          <p:cNvSpPr txBox="1"/>
          <p:nvPr/>
        </p:nvSpPr>
        <p:spPr>
          <a:xfrm>
            <a:off x="4977860" y="4838986"/>
            <a:ext cx="694277"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50" name="Rounded Rectangle 49"/>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TextBox 50"/>
          <p:cNvSpPr txBox="1"/>
          <p:nvPr/>
        </p:nvSpPr>
        <p:spPr>
          <a:xfrm>
            <a:off x="6121908" y="4838986"/>
            <a:ext cx="1501997" cy="162592"/>
          </a:xfrm>
          <a:prstGeom prst="rect">
            <a:avLst/>
          </a:prstGeom>
          <a:noFill/>
        </p:spPr>
        <p:txBody>
          <a:bodyPr wrap="none" anchor="t" lIns="75712" tIns="0" rIns="75712"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52" name="Rounded Rectangle 51"/>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3" name="Picture 52" descr="image.png"/>
          <p:cNvPicPr>
            <a:picLocks noChangeAspect="1"/>
          </p:cNvPicPr>
          <p:nvPr/>
        </p:nvPicPr>
        <p:blipFill>
          <a:blip r:embed="rId8"/>
          <a:stretch>
            <a:fillRect/>
          </a:stretch>
        </p:blipFill>
        <p:spPr>
          <a:xfrm>
            <a:off x="8153876" y="4183094"/>
            <a:ext cx="377190" cy="377190"/>
          </a:xfrm>
          <a:prstGeom prst="rect">
            <a:avLst/>
          </a:prstGeom>
        </p:spPr>
      </p:pic>
      <p:sp>
        <p:nvSpPr>
          <p:cNvPr id="54" name="TextBox 53"/>
          <p:cNvSpPr txBox="1"/>
          <p:nvPr/>
        </p:nvSpPr>
        <p:spPr>
          <a:xfrm>
            <a:off x="8641556" y="4183094"/>
            <a:ext cx="2758916" cy="207454"/>
          </a:xfrm>
          <a:prstGeom prst="rect">
            <a:avLst/>
          </a:prstGeom>
          <a:noFill/>
        </p:spPr>
        <p:txBody>
          <a:bodyPr wrap="none" anchor="t"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55" name="TextBox 54"/>
          <p:cNvSpPr txBox="1"/>
          <p:nvPr/>
        </p:nvSpPr>
        <p:spPr>
          <a:xfrm>
            <a:off x="8641556" y="4422934"/>
            <a:ext cx="2780678" cy="1140809"/>
          </a:xfrm>
          <a:prstGeom prst="rect">
            <a:avLst/>
          </a:prstGeom>
          <a:noFill/>
        </p:spPr>
        <p:txBody>
          <a:bodyPr wrap="square" anchor="t"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56" name="TextBox 55"/>
          <p:cNvSpPr txBox="1"/>
          <p:nvPr/>
        </p:nvSpPr>
        <p:spPr>
          <a:xfrm>
            <a:off x="670465" y="6008180"/>
            <a:ext cx="7180993"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rPr>
              <a:t>01</a:t>
            </a:r>
            <a:r>
              <a:rPr sz="2592" b="1" i="0" u="none">
                <a:solidFill>
                  <a:srgbClr val="6E6663"/>
                </a:solidFill>
                <a:latin typeface="Arial"/>
                <a:hlinkClick r:id="rId2"/>
              </a:rPr>
              <a:t>Frames &amp; openers</a:t>
            </a:r>
            <a:r>
              <a:rPr sz="1200" b="0" i="0" u="none">
                <a:solidFill>
                  <a:srgbClr val="2A2626"/>
                </a:solidFill>
                <a:latin typeface="Arial"/>
              </a:rPr>
              <a:t>
</a:t>
            </a:r>
            <a:r>
              <a:rPr sz="1920" b="1" i="0" u="none">
                <a:solidFill>
                  <a:srgbClr val="D8D2CE"/>
                </a:solidFill>
                <a:latin typeface="Courier New"/>
                <a:hlinkClick r:id="rId3"/>
              </a:rPr>
              <a:t>02</a:t>
            </a:r>
            <a:r>
              <a:rPr sz="2592" b="1" i="0" u="none">
                <a:solidFill>
                  <a:srgbClr val="6E6663"/>
                </a:solidFill>
                <a:latin typeface="Arial"/>
                <a:hlinkClick r:id="rId3"/>
              </a:rPr>
              <a:t>Statement &amp; emphasis</a:t>
            </a:r>
            <a:r>
              <a:rPr sz="1200" b="0" i="0" u="none">
                <a:solidFill>
                  <a:srgbClr val="2A2626"/>
                </a:solidFill>
                <a:latin typeface="Arial"/>
              </a:rPr>
              <a:t>
</a:t>
            </a:r>
            <a:r>
              <a:rPr sz="1920" b="1" i="0" u="none">
                <a:solidFill>
                  <a:srgbClr val="D8D2CE"/>
                </a:solidFill>
                <a:latin typeface="Courier New"/>
                <a:hlinkClick r:id="rId4"/>
              </a:rPr>
              <a:t>03</a:t>
            </a:r>
            <a:r>
              <a:rPr sz="2592" b="1" i="0" u="none">
                <a:solidFill>
                  <a:srgbClr val="6E6663"/>
                </a:solidFill>
                <a:latin typeface="Arial"/>
                <a:hlinkClick r:id="rId4"/>
              </a:rPr>
              <a:t>Enumerations</a:t>
            </a:r>
            <a:r>
              <a:rPr sz="1200" b="0" i="0" u="none">
                <a:solidFill>
                  <a:srgbClr val="2A2626"/>
                </a:solidFill>
                <a:latin typeface="Arial"/>
              </a:rPr>
              <a:t>
</a:t>
            </a:r>
            <a:r>
              <a:rPr sz="1920" b="1" i="0" u="none">
                <a:solidFill>
                  <a:srgbClr val="DA1B2E"/>
                </a:solidFill>
                <a:latin typeface="Courier New"/>
                <a:hlinkClick r:id="rId5"/>
              </a:rPr>
              <a:t>04</a:t>
            </a:r>
            <a:r>
              <a:rPr sz="2592" b="1" i="0" u="none">
                <a:solidFill>
                  <a:srgbClr val="1F1E1E"/>
                </a:solidFill>
                <a:latin typeface="Arial"/>
                <a:hlinkClick r:id="rId5"/>
              </a:rPr>
              <a:t>Ordered &amp; comparison</a:t>
            </a:r>
            <a:r>
              <a:rPr sz="1200" b="0" i="0" u="none">
                <a:solidFill>
                  <a:srgbClr val="2A2626"/>
                </a:solidFill>
                <a:latin typeface="Arial"/>
              </a:rPr>
              <a:t>
</a:t>
            </a:r>
            <a:r>
              <a:rPr sz="1920" b="1" i="0" u="none">
                <a:solidFill>
                  <a:srgbClr val="D8D2CE"/>
                </a:solidFill>
                <a:latin typeface="Courier New"/>
                <a:hlinkClick r:id="rId6"/>
              </a:rPr>
              <a:t>05</a:t>
            </a:r>
            <a:r>
              <a:rPr sz="2592" b="1" i="0" u="none">
                <a:solidFill>
                  <a:srgbClr val="6E6663"/>
                </a:solidFill>
                <a:latin typeface="Arial"/>
                <a:hlinkClick r:id="rId6"/>
              </a:rPr>
              <a:t>Visual &amp; data</a:t>
            </a:r>
            <a:r>
              <a:rPr sz="1200" b="0" i="0" u="none">
                <a:solidFill>
                  <a:srgbClr val="2A2626"/>
                </a:solidFill>
                <a:latin typeface="Arial"/>
              </a:rPr>
              <a:t>
</a:t>
            </a:r>
            <a:r>
              <a:rPr sz="1920" b="1" i="0" u="none">
                <a:solidFill>
                  <a:srgbClr val="D8D2CE"/>
                </a:solidFill>
                <a:latin typeface="Courier New"/>
                <a:hlinkClick r:id="rId7"/>
              </a:rPr>
              <a:t>06</a:t>
            </a:r>
            <a:r>
              <a:rPr sz="2592" b="1" i="0" u="none">
                <a:solidFill>
                  <a:srgbClr val="6E6663"/>
                </a:solidFill>
                <a:latin typeface="Arial"/>
                <a:hlinkClick r:id="rId7"/>
              </a:rPr>
              <a:t>Interactive (quiz)</a:t>
            </a:r>
            <a:r>
              <a:rPr sz="1200" b="0" i="0" u="none">
                <a:solidFill>
                  <a:srgbClr val="2A2626"/>
                </a:solidFill>
                <a:latin typeface="Arial"/>
              </a:rPr>
              <a:t>
</a:t>
            </a:r>
            <a:r>
              <a:rPr sz="1920" b="1" i="0" u="none">
                <a:solidFill>
                  <a:srgbClr val="D8D2CE"/>
                </a:solidFill>
                <a:latin typeface="Courier New"/>
                <a:hlinkClick r:id="rId8"/>
              </a:rPr>
              <a:t>07</a:t>
            </a:r>
            <a:r>
              <a:rPr sz="2592" b="1" i="0" u="none">
                <a:solidFill>
                  <a:srgbClr val="6E6663"/>
                </a:solidFill>
                <a:latin typeface="Arial"/>
                <a:hlinkClick r:id="rId8"/>
              </a:rPr>
              <a:t>Closing</a:t>
            </a:r>
            <a:r>
              <a:rPr sz="1200" b="0" i="0" u="none">
                <a:solidFill>
                  <a:srgbClr val="2A2626"/>
                </a:solidFill>
                <a:latin typeface="Arial"/>
              </a:rPr>
              <a:t>
</a:t>
            </a:r>
          </a:p>
        </p:txBody>
      </p:sp>
      <p:sp>
        <p:nvSpPr>
          <p:cNvPr id="3" name="TextBox 2"/>
          <p:cNvSpPr txBox="1"/>
          <p:nvPr/>
        </p:nvSpPr>
        <p:spPr>
          <a:xfrm>
            <a:off x="9965341" y="1956625"/>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4" name="TextBox 3"/>
          <p:cNvSpPr txBox="1"/>
          <p:nvPr/>
        </p:nvSpPr>
        <p:spPr>
          <a:xfrm>
            <a:off x="6656832" y="3481959"/>
            <a:ext cx="4956627" cy="1228725"/>
          </a:xfrm>
          <a:prstGeom prst="rect">
            <a:avLst/>
          </a:prstGeom>
          <a:noFill/>
        </p:spPr>
        <p:txBody>
          <a:bodyPr wrap="square" anchor="t"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9990"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63799"/>
            <a:ext cx="2188654"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390424"/>
            <a:ext cx="2201863" cy="1703260"/>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385691"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63799"/>
            <a:ext cx="2188654"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390424"/>
            <a:ext cx="2201863" cy="1703260"/>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091297" y="2695575"/>
            <a:ext cx="769620" cy="2666428"/>
          </a:xfrm>
          <a:prstGeom prst="rect">
            <a:avLst/>
          </a:prstGeom>
          <a:noFill/>
        </p:spPr>
        <p:txBody>
          <a:bodyPr wrap="none" anchor="t"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63799"/>
            <a:ext cx="2188845"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390424"/>
            <a:ext cx="2202056" cy="1703356"/>
          </a:xfrm>
          <a:prstGeom prst="rect">
            <a:avLst/>
          </a:prstGeom>
          <a:noFill/>
        </p:spPr>
        <p:txBody>
          <a:bodyPr wrap="square" anchor="t"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237804"/>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192369"/>
            <a:ext cx="6053614"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70465" y="2839879"/>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794540"/>
            <a:ext cx="3031808"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70465" y="3442049"/>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396615"/>
            <a:ext cx="3129058"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70465" y="4044124"/>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3998786"/>
            <a:ext cx="5181981"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70465" y="4646200"/>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00861"/>
            <a:ext cx="6867430"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70465" y="5248370"/>
            <a:ext cx="447199" cy="409099"/>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03031"/>
            <a:ext cx="4557522"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70465" y="5850446"/>
            <a:ext cx="447199" cy="397954"/>
          </a:xfrm>
          <a:prstGeom prst="rect">
            <a:avLst/>
          </a:prstGeom>
          <a:noFill/>
        </p:spPr>
        <p:txBody>
          <a:bodyPr wrap="none" anchor="t"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05106"/>
            <a:ext cx="4019550" cy="352806"/>
          </a:xfrm>
          <a:prstGeom prst="rect">
            <a:avLst/>
          </a:prstGeom>
          <a:noFill/>
        </p:spPr>
        <p:txBody>
          <a:bodyPr wrap="none" anchor="t"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762250"/>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13577"/>
            <a:ext cx="9042368"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70465" y="3469196"/>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20523"/>
            <a:ext cx="7648766"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70465" y="4176141"/>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27468"/>
            <a:ext cx="6628543"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70465" y="4883086"/>
            <a:ext cx="477012" cy="438912"/>
          </a:xfrm>
          <a:prstGeom prst="rect">
            <a:avLst/>
          </a:prstGeom>
          <a:noFill/>
        </p:spPr>
        <p:txBody>
          <a:bodyPr wrap="none" anchor="t"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34414"/>
            <a:ext cx="8742616" cy="427863"/>
          </a:xfrm>
          <a:prstGeom prst="rect">
            <a:avLst/>
          </a:prstGeom>
          <a:noFill/>
        </p:spPr>
        <p:txBody>
          <a:bodyPr wrap="none" anchor="t"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9323"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50116"/>
            <a:ext cx="662544" cy="940213"/>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51632"/>
            <a:ext cx="662544" cy="2845594"/>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498884"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50116"/>
            <a:ext cx="662737" cy="1245775"/>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57194"/>
            <a:ext cx="662737" cy="2529364"/>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318540" y="2201228"/>
            <a:ext cx="717042" cy="4044887"/>
          </a:xfrm>
          <a:prstGeom prst="rect">
            <a:avLst/>
          </a:prstGeom>
          <a:noFill/>
        </p:spPr>
        <p:txBody>
          <a:bodyPr wrap="none" anchor="t"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50116"/>
            <a:ext cx="662640" cy="940213"/>
          </a:xfrm>
          <a:prstGeom prst="rect">
            <a:avLst/>
          </a:prstGeom>
          <a:noFill/>
        </p:spPr>
        <p:txBody>
          <a:bodyPr wrap="square" anchor="t"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51632"/>
            <a:ext cx="662640" cy="2826258"/>
          </a:xfrm>
          <a:prstGeom prst="rect">
            <a:avLst/>
          </a:prstGeom>
          <a:noFill/>
        </p:spPr>
        <p:txBody>
          <a:bodyPr wrap="square" anchor="t"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316885"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68180"/>
            <a:ext cx="814426" cy="857345"/>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74542"/>
            <a:ext cx="814426" cy="2459260"/>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25206"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68180"/>
            <a:ext cx="814716" cy="1121378"/>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38575"/>
            <a:ext cx="814716" cy="2185988"/>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933622" y="2753106"/>
            <a:ext cx="624840" cy="3495294"/>
          </a:xfrm>
          <a:prstGeom prst="rect">
            <a:avLst/>
          </a:prstGeom>
          <a:noFill/>
        </p:spPr>
        <p:txBody>
          <a:bodyPr wrap="none" anchor="t"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68180"/>
            <a:ext cx="814716" cy="857345"/>
          </a:xfrm>
          <a:prstGeom prst="rect">
            <a:avLst/>
          </a:prstGeom>
          <a:noFill/>
        </p:spPr>
        <p:txBody>
          <a:bodyPr wrap="square" anchor="t"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74542"/>
            <a:ext cx="814716" cy="2406110"/>
          </a:xfrm>
          <a:prstGeom prst="rect">
            <a:avLst/>
          </a:prstGeom>
          <a:noFill/>
        </p:spPr>
        <p:txBody>
          <a:bodyPr wrap="square" anchor="t"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96896"/>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299923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63601"/>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6584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30210"/>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32451"/>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84943" y="3011996"/>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51131"/>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53372"/>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943" y="4078605"/>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4017740"/>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20076"/>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684943" y="5145310"/>
            <a:ext cx="574453" cy="536353"/>
          </a:xfrm>
          <a:prstGeom prst="rect">
            <a:avLst/>
          </a:prstGeom>
          <a:noFill/>
        </p:spPr>
        <p:txBody>
          <a:bodyPr wrap="none" anchor="t"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84445"/>
            <a:ext cx="10220516" cy="353663"/>
          </a:xfrm>
          <a:prstGeom prst="rect">
            <a:avLst/>
          </a:prstGeom>
          <a:noFill/>
        </p:spPr>
        <p:txBody>
          <a:bodyPr wrap="none" anchor="t"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486686"/>
            <a:ext cx="10220516" cy="396145"/>
          </a:xfrm>
          <a:prstGeom prst="rect">
            <a:avLst/>
          </a:prstGeom>
          <a:noFill/>
        </p:spPr>
        <p:txBody>
          <a:bodyPr wrap="none" anchor="t"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0154"/>
            <a:ext cx="2588514" cy="2654903"/>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0154"/>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782860" y="2922746"/>
            <a:ext cx="224980" cy="224980"/>
          </a:xfrm>
          <a:prstGeom prst="rect">
            <a:avLst/>
          </a:prstGeom>
        </p:spPr>
      </p:pic>
      <p:sp>
        <p:nvSpPr>
          <p:cNvPr id="9" name="TextBox 8"/>
          <p:cNvSpPr txBox="1"/>
          <p:nvPr/>
        </p:nvSpPr>
        <p:spPr>
          <a:xfrm>
            <a:off x="1067848" y="2922746"/>
            <a:ext cx="2116836"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10" name="TextBox 9"/>
          <p:cNvSpPr txBox="1"/>
          <p:nvPr/>
        </p:nvSpPr>
        <p:spPr>
          <a:xfrm>
            <a:off x="782860" y="3207734"/>
            <a:ext cx="2418230"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1" name="TextBox 10"/>
          <p:cNvSpPr txBox="1"/>
          <p:nvPr/>
        </p:nvSpPr>
        <p:spPr>
          <a:xfrm>
            <a:off x="782860" y="3867150"/>
            <a:ext cx="2401824"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2" name="Oval 11"/>
          <p:cNvSpPr/>
          <p:nvPr/>
        </p:nvSpPr>
        <p:spPr>
          <a:xfrm>
            <a:off x="782860" y="411613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782860" y="4024694"/>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4" name="Oval 13"/>
          <p:cNvSpPr/>
          <p:nvPr/>
        </p:nvSpPr>
        <p:spPr>
          <a:xfrm>
            <a:off x="782860" y="434406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782860" y="4252627"/>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6" name="Oval 15"/>
          <p:cNvSpPr/>
          <p:nvPr/>
        </p:nvSpPr>
        <p:spPr>
          <a:xfrm>
            <a:off x="782860" y="4572095"/>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782860" y="4480655"/>
            <a:ext cx="2418230" cy="350996"/>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8" name="TextBox 17"/>
          <p:cNvSpPr txBox="1"/>
          <p:nvPr/>
        </p:nvSpPr>
        <p:spPr>
          <a:xfrm>
            <a:off x="782860" y="4891659"/>
            <a:ext cx="2418230" cy="395954"/>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9" name="Rounded Rectangle 18"/>
          <p:cNvSpPr/>
          <p:nvPr/>
        </p:nvSpPr>
        <p:spPr>
          <a:xfrm>
            <a:off x="3424047" y="2760154"/>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3424047" y="2760154"/>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3"/>
          <a:stretch>
            <a:fillRect/>
          </a:stretch>
        </p:blipFill>
        <p:spPr>
          <a:xfrm>
            <a:off x="3536442" y="2922746"/>
            <a:ext cx="224980" cy="224980"/>
          </a:xfrm>
          <a:prstGeom prst="rect">
            <a:avLst/>
          </a:prstGeom>
        </p:spPr>
      </p:pic>
      <p:sp>
        <p:nvSpPr>
          <p:cNvPr id="22" name="TextBox 21"/>
          <p:cNvSpPr txBox="1"/>
          <p:nvPr/>
        </p:nvSpPr>
        <p:spPr>
          <a:xfrm>
            <a:off x="3821430" y="2922746"/>
            <a:ext cx="2116931"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3" name="TextBox 22"/>
          <p:cNvSpPr txBox="1"/>
          <p:nvPr/>
        </p:nvSpPr>
        <p:spPr>
          <a:xfrm>
            <a:off x="3536442" y="3207734"/>
            <a:ext cx="2418327"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4" name="TextBox 23"/>
          <p:cNvSpPr txBox="1"/>
          <p:nvPr/>
        </p:nvSpPr>
        <p:spPr>
          <a:xfrm>
            <a:off x="3536442" y="3867150"/>
            <a:ext cx="2401919"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5" name="Oval 24"/>
          <p:cNvSpPr/>
          <p:nvPr/>
        </p:nvSpPr>
        <p:spPr>
          <a:xfrm>
            <a:off x="3536442" y="411613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536442" y="4024694"/>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7" name="Oval 26"/>
          <p:cNvSpPr/>
          <p:nvPr/>
        </p:nvSpPr>
        <p:spPr>
          <a:xfrm>
            <a:off x="3536442" y="434406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536442" y="4252627"/>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9" name="Oval 28"/>
          <p:cNvSpPr/>
          <p:nvPr/>
        </p:nvSpPr>
        <p:spPr>
          <a:xfrm>
            <a:off x="3536442" y="4572095"/>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3536442" y="4480655"/>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31" name="TextBox 30"/>
          <p:cNvSpPr txBox="1"/>
          <p:nvPr/>
        </p:nvSpPr>
        <p:spPr>
          <a:xfrm>
            <a:off x="3536442" y="4716113"/>
            <a:ext cx="2418327" cy="491681"/>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2" name="Rounded Rectangle 31"/>
          <p:cNvSpPr/>
          <p:nvPr/>
        </p:nvSpPr>
        <p:spPr>
          <a:xfrm>
            <a:off x="6177629" y="2760154"/>
            <a:ext cx="2588514" cy="2654903"/>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6177629" y="2760154"/>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4"/>
          <a:stretch>
            <a:fillRect/>
          </a:stretch>
        </p:blipFill>
        <p:spPr>
          <a:xfrm>
            <a:off x="6290120" y="2957894"/>
            <a:ext cx="224980" cy="224980"/>
          </a:xfrm>
          <a:prstGeom prst="rect">
            <a:avLst/>
          </a:prstGeom>
        </p:spPr>
      </p:pic>
      <p:sp>
        <p:nvSpPr>
          <p:cNvPr id="35" name="TextBox 34"/>
          <p:cNvSpPr txBox="1"/>
          <p:nvPr/>
        </p:nvSpPr>
        <p:spPr>
          <a:xfrm>
            <a:off x="6575012" y="2957894"/>
            <a:ext cx="2116836"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6" name="TextBox 35"/>
          <p:cNvSpPr txBox="1"/>
          <p:nvPr/>
        </p:nvSpPr>
        <p:spPr>
          <a:xfrm>
            <a:off x="6290120" y="3242882"/>
            <a:ext cx="2418230" cy="866489"/>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7" name="TextBox 36"/>
          <p:cNvSpPr txBox="1"/>
          <p:nvPr/>
        </p:nvSpPr>
        <p:spPr>
          <a:xfrm>
            <a:off x="6290120" y="3902297"/>
            <a:ext cx="2401824"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8" name="Oval 37"/>
          <p:cNvSpPr/>
          <p:nvPr/>
        </p:nvSpPr>
        <p:spPr>
          <a:xfrm>
            <a:off x="6290120" y="415128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6290120" y="4059841"/>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40" name="Oval 39"/>
          <p:cNvSpPr/>
          <p:nvPr/>
        </p:nvSpPr>
        <p:spPr>
          <a:xfrm>
            <a:off x="6290120" y="4379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6290120" y="4287869"/>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42" name="Oval 41"/>
          <p:cNvSpPr/>
          <p:nvPr/>
        </p:nvSpPr>
        <p:spPr>
          <a:xfrm>
            <a:off x="6290120" y="460724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6290120" y="4515802"/>
            <a:ext cx="2401824"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4" name="TextBox 43"/>
          <p:cNvSpPr txBox="1"/>
          <p:nvPr/>
        </p:nvSpPr>
        <p:spPr>
          <a:xfrm>
            <a:off x="6290120" y="4751260"/>
            <a:ext cx="2401824" cy="220504"/>
          </a:xfrm>
          <a:prstGeom prst="rect">
            <a:avLst/>
          </a:prstGeom>
          <a:noFill/>
        </p:spPr>
        <p:txBody>
          <a:bodyPr wrap="non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5" name="Rounded Rectangle 44"/>
          <p:cNvSpPr/>
          <p:nvPr/>
        </p:nvSpPr>
        <p:spPr>
          <a:xfrm>
            <a:off x="8931212" y="2760154"/>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Rectangle 45"/>
          <p:cNvSpPr/>
          <p:nvPr/>
        </p:nvSpPr>
        <p:spPr>
          <a:xfrm>
            <a:off x="8931212" y="2760154"/>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7" name="Picture 46" descr="image.png"/>
          <p:cNvPicPr>
            <a:picLocks noChangeAspect="1"/>
          </p:cNvPicPr>
          <p:nvPr/>
        </p:nvPicPr>
        <p:blipFill>
          <a:blip r:embed="rId5"/>
          <a:stretch>
            <a:fillRect/>
          </a:stretch>
        </p:blipFill>
        <p:spPr>
          <a:xfrm>
            <a:off x="9043606" y="2922746"/>
            <a:ext cx="224980" cy="224980"/>
          </a:xfrm>
          <a:prstGeom prst="rect">
            <a:avLst/>
          </a:prstGeom>
        </p:spPr>
      </p:pic>
      <p:sp>
        <p:nvSpPr>
          <p:cNvPr id="48" name="TextBox 47"/>
          <p:cNvSpPr txBox="1"/>
          <p:nvPr/>
        </p:nvSpPr>
        <p:spPr>
          <a:xfrm>
            <a:off x="9328594" y="2922746"/>
            <a:ext cx="2116931" cy="224980"/>
          </a:xfrm>
          <a:prstGeom prst="rect">
            <a:avLst/>
          </a:prstGeom>
          <a:noFill/>
        </p:spPr>
        <p:txBody>
          <a:bodyPr wrap="none" anchor="t"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9" name="TextBox 48"/>
          <p:cNvSpPr txBox="1"/>
          <p:nvPr/>
        </p:nvSpPr>
        <p:spPr>
          <a:xfrm>
            <a:off x="9043606" y="3207734"/>
            <a:ext cx="2418327" cy="679132"/>
          </a:xfrm>
          <a:prstGeom prst="rect">
            <a:avLst/>
          </a:prstGeom>
          <a:noFill/>
        </p:spPr>
        <p:txBody>
          <a:bodyPr wrap="square" anchor="t"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50" name="TextBox 49"/>
          <p:cNvSpPr txBox="1"/>
          <p:nvPr/>
        </p:nvSpPr>
        <p:spPr>
          <a:xfrm>
            <a:off x="9043606" y="3679793"/>
            <a:ext cx="2401919" cy="120015"/>
          </a:xfrm>
          <a:prstGeom prst="rect">
            <a:avLst/>
          </a:prstGeom>
          <a:noFill/>
        </p:spPr>
        <p:txBody>
          <a:bodyPr wrap="none" anchor="t"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51" name="Oval 50"/>
          <p:cNvSpPr/>
          <p:nvPr/>
        </p:nvSpPr>
        <p:spPr>
          <a:xfrm>
            <a:off x="9043606" y="392877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043606" y="3837337"/>
            <a:ext cx="2418327" cy="636270"/>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53" name="Oval 52"/>
          <p:cNvSpPr/>
          <p:nvPr/>
        </p:nvSpPr>
        <p:spPr>
          <a:xfrm>
            <a:off x="9043606" y="433225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9043606" y="4240816"/>
            <a:ext cx="2401919" cy="175546"/>
          </a:xfrm>
          <a:prstGeom prst="rect">
            <a:avLst/>
          </a:prstGeom>
          <a:noFill/>
        </p:spPr>
        <p:txBody>
          <a:bodyPr wrap="none" anchor="t" lIns="24384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5" name="Oval 54"/>
          <p:cNvSpPr/>
          <p:nvPr/>
        </p:nvSpPr>
        <p:spPr>
          <a:xfrm>
            <a:off x="9043606" y="45602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6" name="TextBox 55"/>
          <p:cNvSpPr txBox="1"/>
          <p:nvPr/>
        </p:nvSpPr>
        <p:spPr>
          <a:xfrm>
            <a:off x="9043606" y="4468844"/>
            <a:ext cx="2418327" cy="350996"/>
          </a:xfrm>
          <a:prstGeom prst="rect">
            <a:avLst/>
          </a:prstGeom>
          <a:noFill/>
        </p:spPr>
        <p:txBody>
          <a:bodyPr wrap="square" anchor="t" lIns="24384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7" name="TextBox 56"/>
          <p:cNvSpPr txBox="1"/>
          <p:nvPr/>
        </p:nvSpPr>
        <p:spPr>
          <a:xfrm>
            <a:off x="9043606" y="4879848"/>
            <a:ext cx="2418327" cy="395954"/>
          </a:xfrm>
          <a:prstGeom prst="rect">
            <a:avLst/>
          </a:prstGeom>
          <a:noFill/>
        </p:spPr>
        <p:txBody>
          <a:bodyPr wrap="square" anchor="t" lIns="0" tIns="73152"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8" name="Rounded Rectangle 5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9" name="Rectangle 58"/>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0" name="Picture 59" descr="image.png"/>
          <p:cNvPicPr>
            <a:picLocks noChangeAspect="1"/>
          </p:cNvPicPr>
          <p:nvPr/>
        </p:nvPicPr>
        <p:blipFill>
          <a:blip r:embed="rId6"/>
          <a:stretch>
            <a:fillRect/>
          </a:stretch>
        </p:blipFill>
        <p:spPr>
          <a:xfrm>
            <a:off x="886016" y="5882735"/>
            <a:ext cx="243745" cy="243745"/>
          </a:xfrm>
          <a:prstGeom prst="rect">
            <a:avLst/>
          </a:prstGeom>
        </p:spPr>
      </p:pic>
      <p:sp>
        <p:nvSpPr>
          <p:cNvPr id="61" name="TextBox 60"/>
          <p:cNvSpPr txBox="1"/>
          <p:nvPr/>
        </p:nvSpPr>
        <p:spPr>
          <a:xfrm>
            <a:off x="1251680" y="5858446"/>
            <a:ext cx="7116794"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6789" cy="300514"/>
          </a:xfrm>
          <a:prstGeom prst="rect">
            <a:avLst/>
          </a:prstGeom>
          <a:noFill/>
        </p:spPr>
        <p:txBody>
          <a:bodyPr wrap="none" anchor="t" lIns="0" tIns="0" rIns="0" bIns="0">
            <a:noAutofit/>
          </a:bodyPr>
          <a:lstStyle/>
          <a:p>
            <a:pPr algn="l">
              <a:lnSpc>
                <a:spcPts val="2352"/>
              </a:lnSpc>
              <a:spcBef>
                <a:spcPts val="0"/>
              </a:spcBef>
              <a:spcAft>
                <a:spcPts val="0"/>
              </a:spcAft>
            </a:pPr>
            <a:r>
              <a:rPr sz="2045" b="1" i="0" u="none">
                <a:solidFill>
                  <a:srgbClr val="1F1E1E"/>
                </a:solidFill>
                <a:latin typeface="Arial"/>
              </a:rPr>
              <a:t>IA Tradicional vs. Foundation Models</a:t>
            </a:r>
          </a:p>
        </p:txBody>
      </p:sp>
      <p:sp>
        <p:nvSpPr>
          <p:cNvPr id="7" name="Rounded Rectangle 6"/>
          <p:cNvSpPr/>
          <p:nvPr/>
        </p:nvSpPr>
        <p:spPr>
          <a:xfrm>
            <a:off x="670465" y="3307175"/>
            <a:ext cx="5328476" cy="2506028"/>
          </a:xfrm>
          <a:prstGeom prst="roundRect">
            <a:avLst>
              <a:gd name="adj" fmla="val 8757"/>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07175"/>
            <a:ext cx="5328476"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844677" y="3571780"/>
            <a:ext cx="313563" cy="313563"/>
          </a:xfrm>
          <a:prstGeom prst="rect">
            <a:avLst/>
          </a:prstGeom>
        </p:spPr>
      </p:pic>
      <p:sp>
        <p:nvSpPr>
          <p:cNvPr id="10" name="TextBox 9"/>
          <p:cNvSpPr txBox="1"/>
          <p:nvPr/>
        </p:nvSpPr>
        <p:spPr>
          <a:xfrm>
            <a:off x="1254062" y="3571780"/>
            <a:ext cx="4608766" cy="313563"/>
          </a:xfrm>
          <a:prstGeom prst="rect">
            <a:avLst/>
          </a:prstGeom>
          <a:noFill/>
        </p:spPr>
        <p:txBody>
          <a:bodyPr wrap="none" anchor="t" lIns="0" tIns="0" rIns="0" bIns="0">
            <a:noAutofit/>
          </a:bodyPr>
          <a:lstStyle/>
          <a:p>
            <a:pPr algn="l">
              <a:lnSpc>
                <a:spcPts val="2116"/>
              </a:lnSpc>
              <a:spcBef>
                <a:spcPts val="0"/>
              </a:spcBef>
              <a:spcAft>
                <a:spcPts val="0"/>
              </a:spcAft>
            </a:pPr>
            <a:r>
              <a:rPr sz="1839" b="1" i="0" u="none">
                <a:solidFill>
                  <a:srgbClr val="DA1B2E"/>
                </a:solidFill>
                <a:latin typeface="Arial"/>
              </a:rPr>
              <a:t>IA Tradicional</a:t>
            </a:r>
          </a:p>
        </p:txBody>
      </p:sp>
      <p:sp>
        <p:nvSpPr>
          <p:cNvPr id="11" name="TextBox 10"/>
          <p:cNvSpPr txBox="1"/>
          <p:nvPr/>
        </p:nvSpPr>
        <p:spPr>
          <a:xfrm>
            <a:off x="844677" y="3972496"/>
            <a:ext cx="5018246" cy="246888"/>
          </a:xfrm>
          <a:prstGeom prst="rect">
            <a:avLst/>
          </a:prstGeom>
          <a:noFill/>
        </p:spPr>
        <p:txBody>
          <a:bodyPr wrap="none" anchor="t" lIns="0" tIns="0" rIns="0" bIns="0">
            <a:noAutofit/>
          </a:bodyPr>
          <a:lstStyle/>
          <a:p>
            <a:pPr algn="l">
              <a:lnSpc>
                <a:spcPts val="1932"/>
              </a:lnSpc>
              <a:spcBef>
                <a:spcPts val="0"/>
              </a:spcBef>
              <a:spcAft>
                <a:spcPts val="0"/>
              </a:spcAft>
            </a:pPr>
            <a:r>
              <a:rPr sz="1431" b="0" i="0" u="none">
                <a:solidFill>
                  <a:srgbClr val="3B3535"/>
                </a:solidFill>
                <a:latin typeface="Arial"/>
              </a:rPr>
              <a:t>Un modelo por tarea específica, entrenado en casa.</a:t>
            </a:r>
          </a:p>
        </p:txBody>
      </p:sp>
      <p:sp>
        <p:nvSpPr>
          <p:cNvPr id="12" name="Oval 11"/>
          <p:cNvSpPr/>
          <p:nvPr/>
        </p:nvSpPr>
        <p:spPr>
          <a:xfrm>
            <a:off x="844677" y="4397883"/>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44677" y="4306443"/>
            <a:ext cx="5073898" cy="740092"/>
          </a:xfrm>
          <a:prstGeom prst="rect">
            <a:avLst/>
          </a:prstGeom>
          <a:noFill/>
        </p:spPr>
        <p:txBody>
          <a:bodyPr wrap="square" anchor="t" lIns="243840" tIns="0" rIns="0" bIns="0">
            <a:noAutofit/>
          </a:bodyPr>
          <a:lstStyle/>
          <a:p>
            <a:pPr algn="l">
              <a:lnSpc>
                <a:spcPts val="1772"/>
              </a:lnSpc>
              <a:spcBef>
                <a:spcPts val="0"/>
              </a:spcBef>
              <a:spcAft>
                <a:spcPts val="0"/>
              </a:spcAft>
            </a:pPr>
            <a:r>
              <a:rPr sz="1363" b="0" i="0" u="none">
                <a:solidFill>
                  <a:srgbClr val="3B3535"/>
                </a:solidFill>
                <a:latin typeface="Arial"/>
              </a:rPr>
              <a:t>Requiere datos etiquetados abundantes para cada caso de uso</a:t>
            </a:r>
          </a:p>
        </p:txBody>
      </p:sp>
      <p:sp>
        <p:nvSpPr>
          <p:cNvPr id="14" name="Oval 13"/>
          <p:cNvSpPr/>
          <p:nvPr/>
        </p:nvSpPr>
        <p:spPr>
          <a:xfrm>
            <a:off x="844677" y="491166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844677" y="4820222"/>
            <a:ext cx="5018246" cy="226409"/>
          </a:xfrm>
          <a:prstGeom prst="rect">
            <a:avLst/>
          </a:prstGeom>
          <a:noFill/>
        </p:spPr>
        <p:txBody>
          <a:bodyPr wrap="none" anchor="t" lIns="243840" tIns="0" rIns="0" bIns="0">
            <a:noAutofit/>
          </a:bodyPr>
          <a:lstStyle/>
          <a:p>
            <a:pPr algn="l">
              <a:lnSpc>
                <a:spcPts val="1772"/>
              </a:lnSpc>
              <a:spcBef>
                <a:spcPts val="0"/>
              </a:spcBef>
              <a:spcAft>
                <a:spcPts val="0"/>
              </a:spcAft>
            </a:pPr>
            <a:r>
              <a:rPr sz="1363" b="0" i="0" u="none">
                <a:solidFill>
                  <a:srgbClr val="3B3535"/>
                </a:solidFill>
                <a:latin typeface="Arial"/>
              </a:rPr>
              <a:t>Difícil de reutilizar entre dominios distintos</a:t>
            </a:r>
          </a:p>
        </p:txBody>
      </p:sp>
      <p:sp>
        <p:nvSpPr>
          <p:cNvPr id="16" name="TextBox 15"/>
          <p:cNvSpPr txBox="1"/>
          <p:nvPr/>
        </p:nvSpPr>
        <p:spPr>
          <a:xfrm>
            <a:off x="844677" y="5133689"/>
            <a:ext cx="5073898" cy="505016"/>
          </a:xfrm>
          <a:prstGeom prst="rect">
            <a:avLst/>
          </a:prstGeom>
          <a:noFill/>
        </p:spPr>
        <p:txBody>
          <a:bodyPr wrap="square" anchor="t" lIns="0" tIns="73152" rIns="0" bIns="0">
            <a:noAutofit/>
          </a:bodyPr>
          <a:lstStyle/>
          <a:p>
            <a:pPr algn="l">
              <a:lnSpc>
                <a:spcPts val="1772"/>
              </a:lnSpc>
              <a:spcBef>
                <a:spcPts val="0"/>
              </a:spcBef>
              <a:spcAft>
                <a:spcPts val="0"/>
              </a:spcAft>
            </a:pPr>
            <a:r>
              <a:rPr sz="1363" b="1" i="0" u="none">
                <a:solidFill>
                  <a:srgbClr val="1F1E1E"/>
                </a:solidFill>
                <a:latin typeface="Arial"/>
              </a:rPr>
              <a:t>Ejemplo: un detector de fallos en autopartes sólo detecta eso.</a:t>
            </a:r>
          </a:p>
        </p:txBody>
      </p:sp>
      <p:sp>
        <p:nvSpPr>
          <p:cNvPr id="17" name="Rounded Rectangle 16"/>
          <p:cNvSpPr/>
          <p:nvPr/>
        </p:nvSpPr>
        <p:spPr>
          <a:xfrm>
            <a:off x="6190583" y="3307175"/>
            <a:ext cx="5328571" cy="2506028"/>
          </a:xfrm>
          <a:prstGeom prst="roundRect">
            <a:avLst>
              <a:gd name="adj" fmla="val 875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190583" y="3307175"/>
            <a:ext cx="5328571"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364796" y="3530918"/>
            <a:ext cx="313563" cy="313563"/>
          </a:xfrm>
          <a:prstGeom prst="rect">
            <a:avLst/>
          </a:prstGeom>
        </p:spPr>
      </p:pic>
      <p:sp>
        <p:nvSpPr>
          <p:cNvPr id="20" name="TextBox 19"/>
          <p:cNvSpPr txBox="1"/>
          <p:nvPr/>
        </p:nvSpPr>
        <p:spPr>
          <a:xfrm>
            <a:off x="6774180" y="3530918"/>
            <a:ext cx="4608957" cy="313563"/>
          </a:xfrm>
          <a:prstGeom prst="rect">
            <a:avLst/>
          </a:prstGeom>
          <a:noFill/>
        </p:spPr>
        <p:txBody>
          <a:bodyPr wrap="none" anchor="t" lIns="0" tIns="0" rIns="0" bIns="0">
            <a:noAutofit/>
          </a:bodyPr>
          <a:lstStyle/>
          <a:p>
            <a:pPr algn="l">
              <a:lnSpc>
                <a:spcPts val="2116"/>
              </a:lnSpc>
              <a:spcBef>
                <a:spcPts val="0"/>
              </a:spcBef>
              <a:spcAft>
                <a:spcPts val="0"/>
              </a:spcAft>
            </a:pPr>
            <a:r>
              <a:rPr sz="1839" b="1" i="0" u="none">
                <a:solidFill>
                  <a:srgbClr val="1F1E1E"/>
                </a:solidFill>
                <a:latin typeface="Arial"/>
              </a:rPr>
              <a:t>Foundation Models</a:t>
            </a:r>
          </a:p>
        </p:txBody>
      </p:sp>
      <p:sp>
        <p:nvSpPr>
          <p:cNvPr id="21" name="TextBox 20"/>
          <p:cNvSpPr txBox="1"/>
          <p:nvPr/>
        </p:nvSpPr>
        <p:spPr>
          <a:xfrm>
            <a:off x="6364796" y="3931634"/>
            <a:ext cx="5073995" cy="839534"/>
          </a:xfrm>
          <a:prstGeom prst="rect">
            <a:avLst/>
          </a:prstGeom>
          <a:noFill/>
        </p:spPr>
        <p:txBody>
          <a:bodyPr wrap="square" anchor="t" lIns="0" tIns="0" rIns="0" bIns="0">
            <a:noAutofit/>
          </a:bodyPr>
          <a:lstStyle/>
          <a:p>
            <a:pPr algn="l">
              <a:lnSpc>
                <a:spcPts val="1932"/>
              </a:lnSpc>
              <a:spcBef>
                <a:spcPts val="0"/>
              </a:spcBef>
              <a:spcAft>
                <a:spcPts val="0"/>
              </a:spcAft>
            </a:pPr>
            <a:r>
              <a:rPr sz="1431" b="0" i="0" u="none">
                <a:solidFill>
                  <a:srgbClr val="3B3535"/>
                </a:solidFill>
                <a:latin typeface="Arial"/>
              </a:rPr>
              <a:t>Modelos entrenados con datos a gran escala que adquieren una comprensión general y se adaptan después.</a:t>
            </a:r>
          </a:p>
        </p:txBody>
      </p:sp>
      <p:sp>
        <p:nvSpPr>
          <p:cNvPr id="22" name="TextBox 21"/>
          <p:cNvSpPr txBox="1"/>
          <p:nvPr/>
        </p:nvSpPr>
        <p:spPr>
          <a:xfrm>
            <a:off x="6364796" y="4512564"/>
            <a:ext cx="5018342" cy="235172"/>
          </a:xfrm>
          <a:prstGeom prst="rect">
            <a:avLst/>
          </a:prstGeom>
          <a:noFill/>
        </p:spPr>
        <p:txBody>
          <a:bodyPr wrap="none" anchor="t" lIns="0" tIns="0" rIns="0" bIns="0">
            <a:noAutofit/>
          </a:bodyPr>
          <a:lstStyle/>
          <a:p>
            <a:pPr algn="l">
              <a:lnSpc>
                <a:spcPts val="1839"/>
              </a:lnSpc>
              <a:spcBef>
                <a:spcPts val="0"/>
              </a:spcBef>
              <a:spcAft>
                <a:spcPts val="0"/>
              </a:spcAft>
            </a:pPr>
            <a:r>
              <a:rPr sz="1363" b="0" i="0" u="none">
                <a:solidFill>
                  <a:srgbClr val="3B3535"/>
                </a:solidFill>
                <a:latin typeface="Arial"/>
              </a:rPr>
              <a:t>Se exponen como SaaS o se pueden correr localmente.</a:t>
            </a:r>
          </a:p>
        </p:txBody>
      </p:sp>
      <p:sp>
        <p:nvSpPr>
          <p:cNvPr id="23" name="TextBox 22"/>
          <p:cNvSpPr txBox="1"/>
          <p:nvPr/>
        </p:nvSpPr>
        <p:spPr>
          <a:xfrm>
            <a:off x="6364796" y="4834795"/>
            <a:ext cx="5073995" cy="730758"/>
          </a:xfrm>
          <a:prstGeom prst="rect">
            <a:avLst/>
          </a:prstGeom>
          <a:noFill/>
        </p:spPr>
        <p:txBody>
          <a:bodyPr wrap="square" anchor="t" lIns="0" tIns="0" rIns="0" bIns="0">
            <a:noAutofit/>
          </a:bodyPr>
          <a:lstStyle/>
          <a:p>
            <a:pPr algn="l">
              <a:lnSpc>
                <a:spcPts val="1839"/>
              </a:lnSpc>
              <a:spcBef>
                <a:spcPts val="0"/>
              </a:spcBef>
              <a:spcAft>
                <a:spcPts val="0"/>
              </a:spcAft>
            </a:pPr>
            <a:r>
              <a:rPr sz="1363" b="0" i="0" u="none">
                <a:solidFill>
                  <a:srgbClr val="3B3535"/>
                </a:solidFill>
                <a:latin typeface="Arial"/>
              </a:rPr>
              <a:t>No hace falta un equipo de data science para empezar a usarlos.</a:t>
            </a:r>
          </a:p>
        </p:txBody>
      </p:sp>
      <p:sp>
        <p:nvSpPr>
          <p:cNvPr id="24" name="TextBox 23"/>
          <p:cNvSpPr txBox="1"/>
          <p:nvPr/>
        </p:nvSpPr>
        <p:spPr>
          <a:xfrm>
            <a:off x="670465" y="6008180"/>
            <a:ext cx="8165497"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4"/>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200561"/>
            <a:ext cx="11030760" cy="730282"/>
          </a:xfrm>
          <a:prstGeom prst="rect">
            <a:avLst/>
          </a:prstGeom>
          <a:noFill/>
        </p:spPr>
        <p:txBody>
          <a:bodyPr wrap="square" anchor="t" lIns="0" tIns="0" rIns="0" bIns="73152">
            <a:noAutofit/>
          </a:bodyPr>
          <a:lstStyle/>
          <a:p>
            <a:pPr algn="l">
              <a:lnSpc>
                <a:spcPts val="2400"/>
              </a:lnSpc>
              <a:spcBef>
                <a:spcPts val="0"/>
              </a:spcBef>
              <a:spcAft>
                <a:spcPts val="0"/>
              </a:spcAft>
            </a:pPr>
            <a:r>
              <a:rPr sz="2400" b="1" i="0" u="none">
                <a:solidFill>
                  <a:srgbClr val="1F1E1E"/>
                </a:solidFill>
                <a:latin typeface="Arial"/>
              </a:rPr>
              <a:t>Layout</a:t>
            </a:r>
            <a:r>
              <a:rPr sz="2400" b="1" i="0" u="none">
                <a:solidFill>
                  <a:srgbClr val="1F1E1E"/>
                </a:solidFill>
                <a:latin typeface="Arial"/>
              </a:rPr>
              <a:t>Rows</a:t>
            </a:r>
            <a:r>
              <a:rPr sz="2400" b="1" i="0" u="none">
                <a:solidFill>
                  <a:srgbClr val="1F1E1E"/>
                </a:solidFill>
                <a:latin typeface="Arial"/>
              </a:rPr>
              <a:t>Rule</a:t>
            </a:r>
          </a:p>
        </p:txBody>
      </p:sp>
      <p:sp>
        <p:nvSpPr>
          <p:cNvPr id="8" name="TextBox 7"/>
          <p:cNvSpPr txBox="1"/>
          <p:nvPr/>
        </p:nvSpPr>
        <p:spPr>
          <a:xfrm>
            <a:off x="670465" y="2772346"/>
            <a:ext cx="3568224"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9" name="Rounded Rectangle 8"/>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346543" y="2772346"/>
            <a:ext cx="3568224"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1" name="Rounded Rectangle 10"/>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022622" y="2912554"/>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3" name="TextBox 12"/>
          <p:cNvSpPr txBox="1"/>
          <p:nvPr/>
        </p:nvSpPr>
        <p:spPr>
          <a:xfrm>
            <a:off x="670465" y="3961638"/>
            <a:ext cx="3534823" cy="622364"/>
          </a:xfrm>
          <a:prstGeom prst="rect">
            <a:avLst/>
          </a:prstGeom>
          <a:noFill/>
        </p:spPr>
        <p:txBody>
          <a:bodyPr wrap="non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4" name="Rounded Rectangle 13"/>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346543" y="3821430"/>
            <a:ext cx="3568224"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6" name="Rounded Rectangle 15"/>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022622" y="3961638"/>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18" name="TextBox 17"/>
          <p:cNvSpPr txBox="1"/>
          <p:nvPr/>
        </p:nvSpPr>
        <p:spPr>
          <a:xfrm>
            <a:off x="670465" y="4870514"/>
            <a:ext cx="3534823" cy="622364"/>
          </a:xfrm>
          <a:prstGeom prst="rect">
            <a:avLst/>
          </a:prstGeom>
          <a:noFill/>
        </p:spPr>
        <p:txBody>
          <a:bodyPr wrap="non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19" name="Rounded Rectangle 18"/>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346543" y="4870514"/>
            <a:ext cx="353482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1" name="Rounded Rectangle 20"/>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022622" y="4870514"/>
            <a:ext cx="3535013"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832544"/>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210401"/>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832544"/>
            <a:ext cx="11030760" cy="730282"/>
          </a:xfrm>
          <a:prstGeom prst="rect">
            <a:avLst/>
          </a:prstGeom>
          <a:noFill/>
        </p:spPr>
        <p:txBody>
          <a:bodyPr wrap="square" anchor="t" lIns="0" tIns="0" rIns="0" bIns="73152">
            <a:noAutofit/>
          </a:bodyPr>
          <a:lstStyle/>
          <a:p>
            <a:pPr algn="l">
              <a:lnSpc>
                <a:spcPts val="2400"/>
              </a:lnSpc>
              <a:spcBef>
                <a:spcPts val="0"/>
              </a:spcBef>
              <a:spcAft>
                <a:spcPts val="0"/>
              </a:spcAft>
            </a:pPr>
            <a:r>
              <a:rPr sz="2400" b="1" i="0" u="none">
                <a:solidFill>
                  <a:srgbClr val="1F1E1E"/>
                </a:solidFill>
                <a:latin typeface="Arial"/>
              </a:rPr>
              <a:t>Myth</a:t>
            </a:r>
            <a:r>
              <a:rPr sz="2400" b="1" i="0" u="none">
                <a:solidFill>
                  <a:srgbClr val="1F1E1E"/>
                </a:solidFill>
                <a:latin typeface="Arial"/>
              </a:rPr>
              <a:t>Reality</a:t>
            </a:r>
          </a:p>
        </p:txBody>
      </p:sp>
      <p:sp>
        <p:nvSpPr>
          <p:cNvPr id="8" name="TextBox 7"/>
          <p:cNvSpPr txBox="1"/>
          <p:nvPr/>
        </p:nvSpPr>
        <p:spPr>
          <a:xfrm>
            <a:off x="670465" y="3404330"/>
            <a:ext cx="5433833"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A comparison needs a real HTML table</a:t>
            </a:r>
          </a:p>
        </p:txBody>
      </p:sp>
      <p:sp>
        <p:nvSpPr>
          <p:cNvPr id="9" name="Rounded Rectangle 8"/>
          <p:cNvSpPr/>
          <p:nvPr/>
        </p:nvSpPr>
        <p:spPr>
          <a:xfrm>
            <a:off x="6184582" y="3544538"/>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184582" y="3544538"/>
            <a:ext cx="5372957" cy="622364"/>
          </a:xfrm>
          <a:prstGeom prst="rect">
            <a:avLst/>
          </a:prstGeom>
          <a:noFill/>
        </p:spPr>
        <p:txBody>
          <a:bodyPr wrap="non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1" name="TextBox 10"/>
          <p:cNvSpPr txBox="1"/>
          <p:nvPr/>
        </p:nvSpPr>
        <p:spPr>
          <a:xfrm>
            <a:off x="670465" y="4453414"/>
            <a:ext cx="5433833" cy="902780"/>
          </a:xfrm>
          <a:prstGeom prst="rect">
            <a:avLst/>
          </a:prstGeom>
          <a:noFill/>
        </p:spPr>
        <p:txBody>
          <a:bodyPr wrap="square" anchor="t" lIns="0" tIns="171054" rIns="218724" bIns="171054">
            <a:noAutofit/>
          </a:bodyPr>
          <a:lstStyle/>
          <a:p>
            <a:pPr algn="l">
              <a:lnSpc>
                <a:spcPts val="2208"/>
              </a:lnSpc>
              <a:spcBef>
                <a:spcPts val="0"/>
              </a:spcBef>
              <a:spcAft>
                <a:spcPts val="0"/>
              </a:spcAft>
            </a:pPr>
            <a:r>
              <a:rPr sz="2208" b="1" i="0" u="none">
                <a:solidFill>
                  <a:srgbClr val="1F1E1E"/>
                </a:solidFill>
                <a:latin typeface="Arial"/>
              </a:rPr>
              <a:t>The two columns should look different</a:t>
            </a:r>
          </a:p>
        </p:txBody>
      </p:sp>
      <p:sp>
        <p:nvSpPr>
          <p:cNvPr id="12" name="Rounded Rectangle 11"/>
          <p:cNvSpPr/>
          <p:nvPr/>
        </p:nvSpPr>
        <p:spPr>
          <a:xfrm>
            <a:off x="6184582" y="445341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184582" y="4453414"/>
            <a:ext cx="5433930" cy="902780"/>
          </a:xfrm>
          <a:prstGeom prst="rect">
            <a:avLst/>
          </a:prstGeom>
          <a:noFill/>
        </p:spPr>
        <p:txBody>
          <a:bodyPr wrap="square" anchor="t" lIns="218724" tIns="171054" rIns="218724" bIns="171054">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1032693"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206657"/>
            <a:ext cx="1088898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5999404" cy="588074"/>
          </a:xfrm>
          <a:prstGeom prst="rect">
            <a:avLst/>
          </a:prstGeom>
          <a:noFill/>
        </p:spPr>
        <p:txBody>
          <a:bodyPr wrap="square" anchor="t" lIns="0" tIns="0" rIns="0" bIns="64374">
            <a:noAutofit/>
          </a:bodyPr>
          <a:lstStyle/>
          <a:p>
            <a:pPr algn="l">
              <a:lnSpc>
                <a:spcPts val="1816"/>
              </a:lnSpc>
              <a:spcBef>
                <a:spcPts val="0"/>
              </a:spcBef>
              <a:spcAft>
                <a:spcPts val="0"/>
              </a:spcAft>
            </a:pPr>
            <a:r>
              <a:rPr sz="1816" b="1" i="0" u="none">
                <a:solidFill>
                  <a:srgbClr val="1F1E1E"/>
                </a:solidFill>
                <a:latin typeface="Arial"/>
              </a:rPr>
              <a:t>What changes</a:t>
            </a:r>
            <a:r>
              <a:rPr sz="1816" b="1" i="0" u="none">
                <a:solidFill>
                  <a:srgbClr val="1F1E1E"/>
                </a:solidFill>
                <a:latin typeface="Arial"/>
              </a:rPr>
              <a:t>Chatting</a:t>
            </a:r>
            <a:r>
              <a:rPr sz="1816" b="1" i="0" u="none">
                <a:solidFill>
                  <a:srgbClr val="1F1E1E"/>
                </a:solidFill>
                <a:latin typeface="Arial"/>
              </a:rPr>
              <a:t>Delegating</a:t>
            </a:r>
          </a:p>
        </p:txBody>
      </p:sp>
      <p:sp>
        <p:nvSpPr>
          <p:cNvPr id="9" name="TextBox 8"/>
          <p:cNvSpPr txBox="1"/>
          <p:nvPr/>
        </p:nvSpPr>
        <p:spPr>
          <a:xfrm>
            <a:off x="670465" y="3176302"/>
            <a:ext cx="1921494" cy="685610"/>
          </a:xfrm>
          <a:prstGeom prst="rect">
            <a:avLst/>
          </a:prstGeom>
          <a:noFill/>
        </p:spPr>
        <p:txBody>
          <a:bodyPr wrap="squar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0" name="Rounded Rectangle 9"/>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2681097" y="3176302"/>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2" name="Rounded Rectangle 11"/>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91634" y="3176302"/>
            <a:ext cx="1917917"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4" name="TextBox 13"/>
          <p:cNvSpPr txBox="1"/>
          <p:nvPr/>
        </p:nvSpPr>
        <p:spPr>
          <a:xfrm>
            <a:off x="670465" y="4079558"/>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5" name="Rounded Rectangle 14"/>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2681097" y="3973068"/>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7" name="Rounded Rectangle 16"/>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691634" y="3973068"/>
            <a:ext cx="1917917"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19" name="TextBox 18"/>
          <p:cNvSpPr txBox="1"/>
          <p:nvPr/>
        </p:nvSpPr>
        <p:spPr>
          <a:xfrm>
            <a:off x="670465" y="4876228"/>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0" name="Rounded Rectangle 19"/>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2681097" y="4769739"/>
            <a:ext cx="1921494" cy="68561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2" name="Rounded Rectangle 21"/>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4691634" y="4876228"/>
            <a:ext cx="1908905" cy="472630"/>
          </a:xfrm>
          <a:prstGeom prst="rect">
            <a:avLst/>
          </a:prstGeom>
          <a:noFill/>
        </p:spPr>
        <p:txBody>
          <a:bodyPr wrap="non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4" name="TextBox 23"/>
          <p:cNvSpPr txBox="1"/>
          <p:nvPr/>
        </p:nvSpPr>
        <p:spPr>
          <a:xfrm>
            <a:off x="670465" y="5672900"/>
            <a:ext cx="1912430" cy="472630"/>
          </a:xfrm>
          <a:prstGeom prst="rect">
            <a:avLst/>
          </a:prstGeom>
          <a:noFill/>
        </p:spPr>
        <p:txBody>
          <a:bodyPr wrap="none" anchor="t" lIns="0" tIns="150527" rIns="192477" bIns="150527">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5" name="Rounded Rectangle 24"/>
          <p:cNvSpPr/>
          <p:nvPr/>
        </p:nvSpPr>
        <p:spPr>
          <a:xfrm>
            <a:off x="2681097" y="5566410"/>
            <a:ext cx="1874330"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2681097" y="5566410"/>
            <a:ext cx="1921494" cy="68199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7" name="Rounded Rectangle 26"/>
          <p:cNvSpPr/>
          <p:nvPr/>
        </p:nvSpPr>
        <p:spPr>
          <a:xfrm>
            <a:off x="4691634" y="5566410"/>
            <a:ext cx="1870805"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4691634" y="5566410"/>
            <a:ext cx="1917917" cy="681990"/>
          </a:xfrm>
          <a:prstGeom prst="rect">
            <a:avLst/>
          </a:prstGeom>
          <a:noFill/>
        </p:spPr>
        <p:txBody>
          <a:bodyPr wrap="square" anchor="t" lIns="192477" tIns="150527" rIns="192477" bIns="150527">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29" name="Rounded Rectangle 28"/>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44674"/>
            <a:ext cx="5999501" cy="638842"/>
          </a:xfrm>
          <a:prstGeom prst="rect">
            <a:avLst/>
          </a:prstGeom>
          <a:noFill/>
        </p:spPr>
        <p:txBody>
          <a:bodyPr wrap="square" anchor="t" lIns="0" tIns="0" rIns="0" bIns="64374">
            <a:noAutofit/>
          </a:bodyPr>
          <a:lstStyle/>
          <a:p>
            <a:pPr algn="l">
              <a:lnSpc>
                <a:spcPts val="2112"/>
              </a:lnSpc>
              <a:spcBef>
                <a:spcPts val="0"/>
              </a:spcBef>
              <a:spcAft>
                <a:spcPts val="0"/>
              </a:spcAft>
            </a:pPr>
            <a:r>
              <a:rPr sz="2112" b="1" i="0" u="none">
                <a:solidFill>
                  <a:srgbClr val="1F1E1E"/>
                </a:solidFill>
                <a:latin typeface="Arial"/>
              </a:rPr>
              <a:t>Factor</a:t>
            </a:r>
            <a:r>
              <a:rPr sz="2112" b="1" i="0" u="none">
                <a:solidFill>
                  <a:srgbClr val="1F1E1E"/>
                </a:solidFill>
                <a:latin typeface="Arial"/>
              </a:rPr>
              <a:t>Mirrored</a:t>
            </a:r>
          </a:p>
        </p:txBody>
      </p:sp>
      <p:sp>
        <p:nvSpPr>
          <p:cNvPr id="8" name="TextBox 7"/>
          <p:cNvSpPr txBox="1"/>
          <p:nvPr/>
        </p:nvSpPr>
        <p:spPr>
          <a:xfrm>
            <a:off x="5629466" y="2967323"/>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9" name="Rounded Rectangle 8"/>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656320" y="2843974"/>
            <a:ext cx="2927243"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1" name="TextBox 10"/>
          <p:cNvSpPr txBox="1"/>
          <p:nvPr/>
        </p:nvSpPr>
        <p:spPr>
          <a:xfrm>
            <a:off x="5629466" y="3890486"/>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2" name="Rounded Rectangle 11"/>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656320" y="3767138"/>
            <a:ext cx="2927243"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4" name="TextBox 13"/>
          <p:cNvSpPr txBox="1"/>
          <p:nvPr/>
        </p:nvSpPr>
        <p:spPr>
          <a:xfrm>
            <a:off x="5629466" y="4690300"/>
            <a:ext cx="2907030"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5" name="Rounded Rectangle 14"/>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656320" y="4690300"/>
            <a:ext cx="2903315"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7" name="Rounded Rectangle 16"/>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71990"/>
            <a:ext cx="4645628" cy="356806"/>
          </a:xfrm>
          <a:prstGeom prst="rect">
            <a:avLst/>
          </a:prstGeom>
          <a:noFill/>
        </p:spPr>
        <p:txBody>
          <a:bodyPr wrap="none" anchor="t"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92600" y="3489770"/>
            <a:ext cx="4695691"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92600" y="4345591"/>
            <a:ext cx="4695691"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992600" y="5201412"/>
            <a:ext cx="4645628" cy="358902"/>
          </a:xfrm>
          <a:prstGeom prst="rect">
            <a:avLst/>
          </a:prstGeom>
          <a:noFill/>
        </p:spPr>
        <p:txBody>
          <a:bodyPr wrap="none" anchor="t" lIns="341376"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71990"/>
            <a:ext cx="4645724" cy="356806"/>
          </a:xfrm>
          <a:prstGeom prst="rect">
            <a:avLst/>
          </a:prstGeom>
          <a:noFill/>
        </p:spPr>
        <p:txBody>
          <a:bodyPr wrap="none" anchor="t"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589300" y="3489770"/>
            <a:ext cx="4695788"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589300" y="4345591"/>
            <a:ext cx="4695788" cy="1098232"/>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589300" y="5201412"/>
            <a:ext cx="4695788" cy="717804"/>
          </a:xfrm>
          <a:prstGeom prst="rect">
            <a:avLst/>
          </a:prstGeom>
          <a:noFill/>
        </p:spPr>
        <p:txBody>
          <a:bodyPr wrap="square" anchor="t" lIns="341376"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635472"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650"/>
            <a:ext cx="674560" cy="674560"/>
          </a:xfrm>
          <a:prstGeom prst="rect">
            <a:avLst/>
          </a:prstGeom>
        </p:spPr>
      </p:pic>
      <p:sp>
        <p:nvSpPr>
          <p:cNvPr id="8" name="TextBox 7"/>
          <p:cNvSpPr txBox="1"/>
          <p:nvPr/>
        </p:nvSpPr>
        <p:spPr>
          <a:xfrm>
            <a:off x="985171" y="3361468"/>
            <a:ext cx="4664202" cy="348615"/>
          </a:xfrm>
          <a:prstGeom prst="rect">
            <a:avLst/>
          </a:prstGeom>
          <a:noFill/>
        </p:spPr>
        <p:txBody>
          <a:bodyPr wrap="none" anchor="t"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985171" y="3867340"/>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85171" y="4301204"/>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985171" y="4735068"/>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85171" y="5168932"/>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85171" y="5602700"/>
            <a:ext cx="4664202" cy="321469"/>
          </a:xfrm>
          <a:prstGeom prst="rect">
            <a:avLst/>
          </a:prstGeom>
          <a:noFill/>
        </p:spPr>
        <p:txBody>
          <a:bodyPr wrap="none" anchor="t" lIns="341376"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650"/>
            <a:ext cx="674560" cy="674560"/>
          </a:xfrm>
          <a:prstGeom prst="rect">
            <a:avLst/>
          </a:prstGeom>
        </p:spPr>
      </p:pic>
      <p:sp>
        <p:nvSpPr>
          <p:cNvPr id="21" name="TextBox 20"/>
          <p:cNvSpPr txBox="1"/>
          <p:nvPr/>
        </p:nvSpPr>
        <p:spPr>
          <a:xfrm>
            <a:off x="6577965" y="3361468"/>
            <a:ext cx="4664392" cy="348615"/>
          </a:xfrm>
          <a:prstGeom prst="rect">
            <a:avLst/>
          </a:prstGeom>
          <a:noFill/>
        </p:spPr>
        <p:txBody>
          <a:bodyPr wrap="none" anchor="t"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577965" y="3867340"/>
            <a:ext cx="4664392" cy="350710"/>
          </a:xfrm>
          <a:prstGeom prst="rect">
            <a:avLst/>
          </a:prstGeom>
          <a:noFill/>
        </p:spPr>
        <p:txBody>
          <a:bodyPr wrap="none" anchor="t" lIns="341376"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577965" y="4352925"/>
            <a:ext cx="4714737" cy="1081754"/>
          </a:xfrm>
          <a:prstGeom prst="rect">
            <a:avLst/>
          </a:prstGeom>
          <a:noFill/>
        </p:spPr>
        <p:txBody>
          <a:bodyPr wrap="square" anchor="t" lIns="341376"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577965" y="5189220"/>
            <a:ext cx="4664392" cy="350710"/>
          </a:xfrm>
          <a:prstGeom prst="rect">
            <a:avLst/>
          </a:prstGeom>
          <a:noFill/>
        </p:spPr>
        <p:txBody>
          <a:bodyPr wrap="none" anchor="t" lIns="341376"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rPr>
              <a:t>01</a:t>
            </a:r>
            <a:r>
              <a:rPr sz="2592" b="1" i="0" u="none">
                <a:solidFill>
                  <a:srgbClr val="6E6663"/>
                </a:solidFill>
                <a:latin typeface="Arial"/>
                <a:hlinkClick r:id="rId2"/>
              </a:rPr>
              <a:t>Frames &amp; openers</a:t>
            </a:r>
            <a:r>
              <a:rPr sz="1200" b="0" i="0" u="none">
                <a:solidFill>
                  <a:srgbClr val="2A2626"/>
                </a:solidFill>
                <a:latin typeface="Arial"/>
              </a:rPr>
              <a:t>
</a:t>
            </a:r>
            <a:r>
              <a:rPr sz="1920" b="1" i="0" u="none">
                <a:solidFill>
                  <a:srgbClr val="D8D2CE"/>
                </a:solidFill>
                <a:latin typeface="Courier New"/>
                <a:hlinkClick r:id="rId3"/>
              </a:rPr>
              <a:t>02</a:t>
            </a:r>
            <a:r>
              <a:rPr sz="2592" b="1" i="0" u="none">
                <a:solidFill>
                  <a:srgbClr val="6E6663"/>
                </a:solidFill>
                <a:latin typeface="Arial"/>
                <a:hlinkClick r:id="rId3"/>
              </a:rPr>
              <a:t>Statement &amp; emphasis</a:t>
            </a:r>
            <a:r>
              <a:rPr sz="1200" b="0" i="0" u="none">
                <a:solidFill>
                  <a:srgbClr val="2A2626"/>
                </a:solidFill>
                <a:latin typeface="Arial"/>
              </a:rPr>
              <a:t>
</a:t>
            </a:r>
            <a:r>
              <a:rPr sz="1920" b="1" i="0" u="none">
                <a:solidFill>
                  <a:srgbClr val="D8D2CE"/>
                </a:solidFill>
                <a:latin typeface="Courier New"/>
                <a:hlinkClick r:id="rId4"/>
              </a:rPr>
              <a:t>03</a:t>
            </a:r>
            <a:r>
              <a:rPr sz="2592" b="1" i="0" u="none">
                <a:solidFill>
                  <a:srgbClr val="6E6663"/>
                </a:solidFill>
                <a:latin typeface="Arial"/>
                <a:hlinkClick r:id="rId4"/>
              </a:rPr>
              <a:t>Enumerations</a:t>
            </a:r>
            <a:r>
              <a:rPr sz="1200" b="0" i="0" u="none">
                <a:solidFill>
                  <a:srgbClr val="2A2626"/>
                </a:solidFill>
                <a:latin typeface="Arial"/>
              </a:rPr>
              <a:t>
</a:t>
            </a:r>
            <a:r>
              <a:rPr sz="1920" b="1" i="0" u="none">
                <a:solidFill>
                  <a:srgbClr val="D8D2CE"/>
                </a:solidFill>
                <a:latin typeface="Courier New"/>
                <a:hlinkClick r:id="rId5"/>
              </a:rPr>
              <a:t>04</a:t>
            </a:r>
            <a:r>
              <a:rPr sz="2592" b="1" i="0" u="none">
                <a:solidFill>
                  <a:srgbClr val="6E6663"/>
                </a:solidFill>
                <a:latin typeface="Arial"/>
                <a:hlinkClick r:id="rId5"/>
              </a:rPr>
              <a:t>Ordered &amp; comparison</a:t>
            </a:r>
            <a:r>
              <a:rPr sz="1200" b="0" i="0" u="none">
                <a:solidFill>
                  <a:srgbClr val="2A2626"/>
                </a:solidFill>
                <a:latin typeface="Arial"/>
              </a:rPr>
              <a:t>
</a:t>
            </a:r>
            <a:r>
              <a:rPr sz="1920" b="1" i="0" u="none">
                <a:solidFill>
                  <a:srgbClr val="DA1B2E"/>
                </a:solidFill>
                <a:latin typeface="Courier New"/>
                <a:hlinkClick r:id="rId6"/>
              </a:rPr>
              <a:t>05</a:t>
            </a:r>
            <a:r>
              <a:rPr sz="2592" b="1" i="0" u="none">
                <a:solidFill>
                  <a:srgbClr val="1F1E1E"/>
                </a:solidFill>
                <a:latin typeface="Arial"/>
                <a:hlinkClick r:id="rId6"/>
              </a:rPr>
              <a:t>Visual &amp; data</a:t>
            </a:r>
            <a:r>
              <a:rPr sz="1200" b="0" i="0" u="none">
                <a:solidFill>
                  <a:srgbClr val="2A2626"/>
                </a:solidFill>
                <a:latin typeface="Arial"/>
              </a:rPr>
              <a:t>
</a:t>
            </a:r>
            <a:r>
              <a:rPr sz="1920" b="1" i="0" u="none">
                <a:solidFill>
                  <a:srgbClr val="D8D2CE"/>
                </a:solidFill>
                <a:latin typeface="Courier New"/>
                <a:hlinkClick r:id="rId7"/>
              </a:rPr>
              <a:t>06</a:t>
            </a:r>
            <a:r>
              <a:rPr sz="2592" b="1" i="0" u="none">
                <a:solidFill>
                  <a:srgbClr val="6E6663"/>
                </a:solidFill>
                <a:latin typeface="Arial"/>
                <a:hlinkClick r:id="rId7"/>
              </a:rPr>
              <a:t>Interactive (quiz)</a:t>
            </a:r>
            <a:r>
              <a:rPr sz="1200" b="0" i="0" u="none">
                <a:solidFill>
                  <a:srgbClr val="2A2626"/>
                </a:solidFill>
                <a:latin typeface="Arial"/>
              </a:rPr>
              <a:t>
</a:t>
            </a:r>
            <a:r>
              <a:rPr sz="1920" b="1" i="0" u="none">
                <a:solidFill>
                  <a:srgbClr val="D8D2CE"/>
                </a:solidFill>
                <a:latin typeface="Courier New"/>
                <a:hlinkClick r:id="rId8"/>
              </a:rPr>
              <a:t>07</a:t>
            </a:r>
            <a:r>
              <a:rPr sz="2592" b="1" i="0" u="none">
                <a:solidFill>
                  <a:srgbClr val="6E6663"/>
                </a:solidFill>
                <a:latin typeface="Arial"/>
                <a:hlinkClick r:id="rId8"/>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46020"/>
            <a:ext cx="3491654" cy="254469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2–4</a:t>
            </a:r>
            <a:r>
              <a:rPr sz="2016" b="0" i="0" u="none">
                <a:solidFill>
                  <a:srgbClr val="3B3535"/>
                </a:solidFill>
                <a:latin typeface="Arial"/>
              </a:rPr>
              <a:t>the number of metrics a stat slide holds</a:t>
            </a:r>
          </a:p>
        </p:txBody>
      </p:sp>
      <p:sp>
        <p:nvSpPr>
          <p:cNvPr id="8" name="Rounded Rectangle 7"/>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384358" y="2446020"/>
            <a:ext cx="3491654" cy="254469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1</a:t>
            </a:r>
            <a:r>
              <a:rPr sz="2016" b="0" i="0" u="none">
                <a:solidFill>
                  <a:srgbClr val="3B3535"/>
                </a:solidFill>
                <a:latin typeface="Arial"/>
              </a:rPr>
              <a:t>caption line per value, baselines aligned across the row</a:t>
            </a:r>
          </a:p>
        </p:txBody>
      </p:sp>
      <p:sp>
        <p:nvSpPr>
          <p:cNvPr id="10" name="Rounded Rectangle 9"/>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098155" y="2446020"/>
            <a:ext cx="3491654" cy="254469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0</a:t>
            </a:r>
            <a:r>
              <a:rPr sz="2016" b="0" i="0" u="none">
                <a:solidFill>
                  <a:srgbClr val="3B3535"/>
                </a:solidFill>
                <a:latin typeface="Arial"/>
              </a:rPr>
              <a:t>bullets — the numbers themselves are the payload</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559272"/>
            <a:ext cx="5376406" cy="222465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2–4</a:t>
            </a:r>
            <a:r>
              <a:rPr sz="2016" b="0" i="0" u="none">
                <a:solidFill>
                  <a:srgbClr val="3B3535"/>
                </a:solidFill>
                <a:latin typeface="Arial"/>
              </a:rPr>
              <a:t>the number of metrics a stat slide holds</a:t>
            </a:r>
          </a:p>
        </p:txBody>
      </p:sp>
      <p:sp>
        <p:nvSpPr>
          <p:cNvPr id="8" name="Rounded Rectangle 7"/>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241256" y="2559272"/>
            <a:ext cx="5376406" cy="2224659"/>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1</a:t>
            </a:r>
            <a:r>
              <a:rPr sz="2016" b="0" i="0" u="none">
                <a:solidFill>
                  <a:srgbClr val="3B3535"/>
                </a:solidFill>
                <a:latin typeface="Arial"/>
              </a:rPr>
              <a:t>caption line per value, baselines aligned across the row</a:t>
            </a:r>
          </a:p>
        </p:txBody>
      </p:sp>
      <p:sp>
        <p:nvSpPr>
          <p:cNvPr id="10" name="Rounded Rectangle 9"/>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886016" y="5882735"/>
            <a:ext cx="243745" cy="243745"/>
          </a:xfrm>
          <a:prstGeom prst="rect">
            <a:avLst/>
          </a:prstGeom>
        </p:spPr>
      </p:pic>
      <p:sp>
        <p:nvSpPr>
          <p:cNvPr id="13" name="TextBox 12"/>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329434"/>
            <a:ext cx="2549133"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2–4</a:t>
            </a:r>
            <a:r>
              <a:rPr sz="2016" b="0" i="0" u="none">
                <a:solidFill>
                  <a:srgbClr val="3B3535"/>
                </a:solidFill>
                <a:latin typeface="Arial"/>
              </a:rPr>
              <a:t>the number of metrics a stat slide holds</a:t>
            </a:r>
          </a:p>
        </p:txBody>
      </p:sp>
      <p:sp>
        <p:nvSpPr>
          <p:cNvPr id="8" name="Rounded Rectangle 7"/>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3455765" y="2329434"/>
            <a:ext cx="2549326"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1</a:t>
            </a:r>
            <a:r>
              <a:rPr sz="2016" b="0" i="0" u="none">
                <a:solidFill>
                  <a:srgbClr val="3B3535"/>
                </a:solidFill>
                <a:latin typeface="Arial"/>
              </a:rPr>
              <a:t>caption line per value, baselines aligned across the row</a:t>
            </a:r>
          </a:p>
        </p:txBody>
      </p:sp>
      <p:sp>
        <p:nvSpPr>
          <p:cNvPr id="10" name="Rounded Rectangle 9"/>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241256" y="2329434"/>
            <a:ext cx="2549133"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0</a:t>
            </a:r>
            <a:r>
              <a:rPr sz="2016" b="0" i="0" u="none">
                <a:solidFill>
                  <a:srgbClr val="3B3535"/>
                </a:solidFill>
                <a:latin typeface="Arial"/>
              </a:rPr>
              <a:t>bullets — the numbers themselves are the payload</a:t>
            </a:r>
          </a:p>
        </p:txBody>
      </p:sp>
      <p:sp>
        <p:nvSpPr>
          <p:cNvPr id="12" name="Rounded Rectangle 11"/>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9026557" y="2329434"/>
            <a:ext cx="2549326" cy="2864644"/>
          </a:xfrm>
          <a:prstGeom prst="rect">
            <a:avLst/>
          </a:prstGeom>
          <a:noFill/>
        </p:spPr>
        <p:txBody>
          <a:bodyPr wrap="square" anchor="t" lIns="292608" tIns="365760" rIns="292608" bIns="365760">
            <a:noAutofit/>
          </a:bodyPr>
          <a:lstStyle/>
          <a:p>
            <a:pPr algn="l">
              <a:lnSpc>
                <a:spcPts val="1200"/>
              </a:lnSpc>
              <a:spcBef>
                <a:spcPts val="0"/>
              </a:spcBef>
              <a:spcAft>
                <a:spcPts val="0"/>
              </a:spcAft>
            </a:pPr>
            <a:r>
              <a:rPr sz="5760" b="1" i="0" u="none" spc="-116">
                <a:solidFill>
                  <a:srgbClr val="DA1B2E"/>
                </a:solidFill>
                <a:latin typeface="Arial"/>
              </a:rPr>
              <a:t>4×</a:t>
            </a:r>
            <a:r>
              <a:rPr sz="2016" b="0" i="0" u="none">
                <a:solidFill>
                  <a:srgbClr val="3B3535"/>
                </a:solidFill>
                <a:latin typeface="Arial"/>
              </a:rPr>
              <a:t>the fourth slot, wrapping to a second row</a:t>
            </a:r>
          </a:p>
        </p:txBody>
      </p:sp>
      <p:sp>
        <p:nvSpPr>
          <p:cNvPr id="14" name="Rounded Rectangle 13"/>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2"/>
          <a:stretch>
            <a:fillRect/>
          </a:stretch>
        </p:blipFill>
        <p:spPr>
          <a:xfrm>
            <a:off x="886016" y="5882735"/>
            <a:ext cx="243745" cy="243745"/>
          </a:xfrm>
          <a:prstGeom prst="rect">
            <a:avLst/>
          </a:prstGeom>
        </p:spPr>
      </p:pic>
      <p:sp>
        <p:nvSpPr>
          <p:cNvPr id="17" name="TextBox 16"/>
          <p:cNvSpPr txBox="1"/>
          <p:nvPr/>
        </p:nvSpPr>
        <p:spPr>
          <a:xfrm>
            <a:off x="1251680" y="5858446"/>
            <a:ext cx="3905250"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33066"/>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70465" y="3371660"/>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70465" y="4310348"/>
            <a:ext cx="5307378" cy="79238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58446"/>
            <a:ext cx="5635942"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309265" y="2794063"/>
            <a:ext cx="5307378" cy="1188625"/>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309265" y="3732752"/>
            <a:ext cx="5307378" cy="1584770"/>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309265" y="5067586"/>
            <a:ext cx="5307378" cy="1180814"/>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78374"/>
            <a:ext cx="10468089" cy="792385"/>
          </a:xfrm>
          <a:prstGeom prst="rect">
            <a:avLst/>
          </a:prstGeom>
          <a:noFill/>
        </p:spPr>
        <p:txBody>
          <a:bodyPr wrap="square" anchor="t"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474375"/>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57984"/>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46134"/>
            <a:ext cx="10282273" cy="480441"/>
          </a:xfrm>
          <a:prstGeom prst="rect">
            <a:avLst/>
          </a:prstGeom>
          <a:noFill/>
        </p:spPr>
        <p:txBody>
          <a:bodyPr wrap="square" anchor="t"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85194"/>
            <a:ext cx="3475577"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24011"/>
            <a:ext cx="3508089"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85194"/>
            <a:ext cx="3475577"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24011"/>
            <a:ext cx="3508089"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85194"/>
            <a:ext cx="3475768" cy="316992"/>
          </a:xfrm>
          <a:prstGeom prst="rect">
            <a:avLst/>
          </a:prstGeom>
          <a:noFill/>
        </p:spPr>
        <p:txBody>
          <a:bodyPr wrap="none" anchor="t"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24011"/>
            <a:ext cx="3508283" cy="639985"/>
          </a:xfrm>
          <a:prstGeom prst="rect">
            <a:avLst/>
          </a:prstGeom>
          <a:noFill/>
        </p:spPr>
        <p:txBody>
          <a:bodyPr wrap="square" anchor="t"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2"/>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3"/>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3"/>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7957661" y="4416933"/>
            <a:ext cx="3558350" cy="1831467"/>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3005804"/>
            <a:ext cx="4217670" cy="377571"/>
          </a:xfrm>
          <a:prstGeom prst="rect">
            <a:avLst/>
          </a:prstGeom>
          <a:noFill/>
        </p:spPr>
        <p:txBody>
          <a:bodyPr wrap="none" anchor="t"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42526"/>
            <a:ext cx="4261314" cy="692277"/>
          </a:xfrm>
          <a:prstGeom prst="rect">
            <a:avLst/>
          </a:prstGeom>
          <a:noFill/>
        </p:spPr>
        <p:txBody>
          <a:bodyPr wrap="square" anchor="t"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68608"/>
            <a:ext cx="4217670" cy="377571"/>
          </a:xfrm>
          <a:prstGeom prst="rect">
            <a:avLst/>
          </a:prstGeom>
          <a:noFill/>
        </p:spPr>
        <p:txBody>
          <a:bodyPr wrap="none" anchor="t"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05330"/>
            <a:ext cx="4261314" cy="692277"/>
          </a:xfrm>
          <a:prstGeom prst="rect">
            <a:avLst/>
          </a:prstGeom>
          <a:noFill/>
        </p:spPr>
        <p:txBody>
          <a:bodyPr wrap="square" anchor="t"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9424"/>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15367"/>
            <a:ext cx="4600099" cy="242411"/>
          </a:xfrm>
          <a:prstGeom prst="rect">
            <a:avLst/>
          </a:prstGeom>
          <a:noFill/>
        </p:spPr>
        <p:txBody>
          <a:bodyPr wrap="none" anchor="t"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71842"/>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77785"/>
            <a:ext cx="4649479" cy="484918"/>
          </a:xfrm>
          <a:prstGeom prst="rect">
            <a:avLst/>
          </a:prstGeom>
          <a:noFill/>
        </p:spPr>
        <p:txBody>
          <a:bodyPr wrap="square" anchor="t"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6767"/>
            <a:ext cx="4600099" cy="264509"/>
          </a:xfrm>
          <a:prstGeom prst="rect">
            <a:avLst/>
          </a:prstGeom>
          <a:noFill/>
        </p:spPr>
        <p:txBody>
          <a:bodyPr wrap="none" anchor="t"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82710"/>
            <a:ext cx="4600099" cy="242411"/>
          </a:xfrm>
          <a:prstGeom prst="rect">
            <a:avLst/>
          </a:prstGeom>
          <a:noFill/>
        </p:spPr>
        <p:txBody>
          <a:bodyPr wrap="none" anchor="t"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20663"/>
            <a:ext cx="5209539" cy="1234249"/>
          </a:xfrm>
          <a:prstGeom prst="rect">
            <a:avLst/>
          </a:prstGeom>
          <a:noFill/>
        </p:spPr>
        <p:txBody>
          <a:bodyPr wrap="square" anchor="t"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13930"/>
            <a:ext cx="5209539" cy="993362"/>
          </a:xfrm>
          <a:prstGeom prst="rect">
            <a:avLst/>
          </a:prstGeom>
          <a:noFill/>
        </p:spPr>
        <p:txBody>
          <a:bodyPr wrap="square" anchor="t"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289655"/>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065210"/>
            <a:ext cx="5350478"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5264" y="1879854"/>
            <a:ext cx="90297" cy="9029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83096" y="1879854"/>
            <a:ext cx="90297" cy="9029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60928" y="1879854"/>
            <a:ext cx="90297" cy="9029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800588" y="1857946"/>
            <a:ext cx="601599" cy="134207"/>
          </a:xfrm>
          <a:prstGeom prst="rect">
            <a:avLst/>
          </a:prstGeom>
          <a:noFill/>
        </p:spPr>
        <p:txBody>
          <a:bodyPr wrap="none" anchor="t" lIns="0" tIns="0" rIns="0" bIns="0">
            <a:noAutofit/>
          </a:bodyPr>
          <a:lstStyle/>
          <a:p>
            <a:pPr algn="l">
              <a:lnSpc>
                <a:spcPts val="1057"/>
              </a:lnSpc>
              <a:spcBef>
                <a:spcPts val="0"/>
              </a:spcBef>
              <a:spcAft>
                <a:spcPts val="0"/>
              </a:spcAft>
            </a:pPr>
            <a:r>
              <a:rPr sz="1057" b="0" i="0" u="none" spc="106">
                <a:solidFill>
                  <a:srgbClr val="8A8A94"/>
                </a:solidFill>
                <a:latin typeface="Courier New"/>
              </a:rPr>
              <a:t>PYTHON</a:t>
            </a:r>
          </a:p>
        </p:txBody>
      </p:sp>
      <p:sp>
        <p:nvSpPr>
          <p:cNvPr id="14" name="TextBox 13"/>
          <p:cNvSpPr txBox="1"/>
          <p:nvPr/>
        </p:nvSpPr>
        <p:spPr>
          <a:xfrm>
            <a:off x="6159436" y="2074640"/>
            <a:ext cx="5449785" cy="4177570"/>
          </a:xfrm>
          <a:prstGeom prst="rect">
            <a:avLst/>
          </a:prstGeom>
          <a:noFill/>
        </p:spPr>
        <p:txBody>
          <a:bodyPr wrap="square" anchor="t" lIns="292608" tIns="268224" rIns="292608" bIns="268224">
            <a:noAutofit/>
          </a:bodyPr>
          <a:lstStyle/>
          <a:p>
            <a:pPr algn="l">
              <a:lnSpc>
                <a:spcPts val="2871"/>
              </a:lnSpc>
              <a:spcBef>
                <a:spcPts val="0"/>
              </a:spcBef>
              <a:spcAft>
                <a:spcPts val="0"/>
              </a:spcAft>
            </a:pPr>
            <a:r>
              <a:rPr sz="1914" b="0" i="0" u="none">
                <a:solidFill>
                  <a:srgbClr val="D4D4D4"/>
                </a:solidFill>
                <a:latin typeface="Courier New"/>
              </a:rPr>
              <a:t>client.messages.create(</a:t>
            </a:r>
          </a:p>
          <a:p>
            <a:pPr algn="l">
              <a:lnSpc>
                <a:spcPts val="2871"/>
              </a:lnSpc>
              <a:spcBef>
                <a:spcPts val="0"/>
              </a:spcBef>
              <a:spcAft>
                <a:spcPts val="0"/>
              </a:spcAft>
            </a:pPr>
            <a:r>
              <a:rPr sz="1914" b="0" i="0" u="none">
                <a:solidFill>
                  <a:srgbClr val="D4D4D4"/>
                </a:solidFill>
                <a:latin typeface="Courier New"/>
              </a:rPr>
              <a:t>  model=</a:t>
            </a:r>
            <a:r>
              <a:rPr sz="1914" b="0" i="0" u="none">
                <a:solidFill>
                  <a:srgbClr val="CE9178"/>
                </a:solidFill>
                <a:latin typeface="Courier New"/>
              </a:rPr>
              <a:t>"claude-opus-4-8"</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system=[{</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 SYSTEM_PROMPT,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"cache_control"</a:t>
            </a: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"ephemeral"</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p>
          <a:p>
            <a:pPr algn="l">
              <a:lnSpc>
                <a:spcPts val="2871"/>
              </a:lnSpc>
              <a:spcBef>
                <a:spcPts val="0"/>
              </a:spcBef>
              <a:spcAft>
                <a:spcPts val="0"/>
              </a:spcAft>
            </a:pPr>
            <a:r>
              <a:rPr sz="1914" b="0" i="0" u="none">
                <a:solidFill>
                  <a:srgbClr val="D4D4D4"/>
                </a:solidFill>
                <a:latin typeface="Courier New"/>
              </a:rPr>
              <a:t>  messages=msgs,</a:t>
            </a:r>
          </a:p>
          <a:p>
            <a:pPr algn="l">
              <a:lnSpc>
                <a:spcPts val="2871"/>
              </a:lnSpc>
              <a:spcBef>
                <a:spcPts val="0"/>
              </a:spcBef>
              <a:spcAft>
                <a:spcPts val="0"/>
              </a:spcAft>
            </a:pPr>
            <a:r>
              <a:rPr sz="1914" b="0" i="0" u="none">
                <a:solidFill>
                  <a:srgbClr val="D4D4D4"/>
                </a:solidFill>
                <a:latin typeface="Courier New"/>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18300"/>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46877"/>
            <a:ext cx="10829925"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664" y="2374868"/>
            <a:ext cx="35147" cy="3514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720" y="2374868"/>
            <a:ext cx="35147" cy="3514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4776" y="2374868"/>
            <a:ext cx="35147" cy="3514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1087672" y="2366391"/>
            <a:ext cx="403670" cy="52197"/>
          </a:xfrm>
          <a:prstGeom prst="rect">
            <a:avLst/>
          </a:prstGeom>
          <a:noFill/>
        </p:spPr>
        <p:txBody>
          <a:bodyPr wrap="none" anchor="t" lIns="0" tIns="0" rIns="0" bIns="0">
            <a:noAutofit/>
          </a:bodyPr>
          <a:lstStyle/>
          <a:p>
            <a:pPr algn="l">
              <a:lnSpc>
                <a:spcPts val="411"/>
              </a:lnSpc>
              <a:spcBef>
                <a:spcPts val="0"/>
              </a:spcBef>
              <a:spcAft>
                <a:spcPts val="0"/>
              </a:spcAft>
            </a:pPr>
            <a:r>
              <a:rPr sz="411" b="0" i="0" u="none" spc="41">
                <a:solidFill>
                  <a:srgbClr val="8A8A94"/>
                </a:solidFill>
                <a:latin typeface="Courier New"/>
              </a:rPr>
              <a:t>TYPESCRIPT</a:t>
            </a:r>
          </a:p>
        </p:txBody>
      </p:sp>
      <p:sp>
        <p:nvSpPr>
          <p:cNvPr id="12" name="TextBox 11"/>
          <p:cNvSpPr txBox="1"/>
          <p:nvPr/>
        </p:nvSpPr>
        <p:spPr>
          <a:xfrm>
            <a:off x="679990" y="2456402"/>
            <a:ext cx="11011424" cy="3796474"/>
          </a:xfrm>
          <a:prstGeom prst="rect">
            <a:avLst/>
          </a:prstGeom>
          <a:noFill/>
        </p:spPr>
        <p:txBody>
          <a:bodyPr wrap="square" anchor="t" lIns="292608" tIns="268224" rIns="292608" bIns="268224">
            <a:noAutofit/>
          </a:bodyPr>
          <a:lstStyle/>
          <a:p>
            <a:pPr algn="l">
              <a:lnSpc>
                <a:spcPts val="1117"/>
              </a:lnSpc>
              <a:spcBef>
                <a:spcPts val="0"/>
              </a:spcBef>
              <a:spcAft>
                <a:spcPts val="0"/>
              </a:spcAft>
            </a:pPr>
            <a:r>
              <a:rPr sz="745" b="0" i="0" u="none">
                <a:solidFill>
                  <a:srgbClr val="569CD6"/>
                </a:solidFill>
                <a:latin typeface="Courier New"/>
              </a:rPr>
              <a:t>type</a:t>
            </a:r>
            <a:r>
              <a:rPr sz="745" b="0" i="0" u="none">
                <a:solidFill>
                  <a:srgbClr val="D4D4D4"/>
                </a:solidFill>
                <a:latin typeface="Courier New"/>
              </a:rPr>
              <a:t> </a:t>
            </a:r>
            <a:r>
              <a:rPr sz="745" b="0" i="0" u="none">
                <a:solidFill>
                  <a:srgbClr val="4EC9B0"/>
                </a:solidFill>
                <a:latin typeface="Courier New"/>
              </a:rPr>
              <a:t>Cache</a:t>
            </a:r>
            <a:r>
              <a:rPr sz="745" b="0" i="0" u="none">
                <a:solidFill>
                  <a:srgbClr val="D4D4D4"/>
                </a:solidFill>
                <a:latin typeface="Courier New"/>
              </a:rPr>
              <a:t> = { </a:t>
            </a:r>
            <a:r>
              <a:rPr sz="745" b="0" i="0" u="none">
                <a:solidFill>
                  <a:srgbClr val="9CDCFE"/>
                </a:solidFill>
                <a:latin typeface="Courier New"/>
              </a:rPr>
              <a:t>key</a:t>
            </a:r>
            <a:r>
              <a:rPr sz="745" b="0" i="0" u="none">
                <a:solidFill>
                  <a:srgbClr val="D4D4D4"/>
                </a:solidFill>
                <a:latin typeface="Courier New"/>
              </a:rPr>
              <a:t>: </a:t>
            </a:r>
            <a:r>
              <a:rPr sz="745" b="0" i="0" u="none">
                <a:solidFill>
                  <a:srgbClr val="4EC9B0"/>
                </a:solidFill>
                <a:latin typeface="Courier New"/>
              </a:rPr>
              <a:t>string</a:t>
            </a:r>
            <a:r>
              <a:rPr sz="745" b="0" i="0" u="none">
                <a:solidFill>
                  <a:srgbClr val="D4D4D4"/>
                </a:solidFill>
                <a:latin typeface="Courier New"/>
              </a:rPr>
              <a:t>; </a:t>
            </a:r>
            <a:r>
              <a:rPr sz="745" b="0" i="0" u="none">
                <a:solidFill>
                  <a:srgbClr val="9CDCFE"/>
                </a:solidFill>
                <a:latin typeface="Courier New"/>
              </a:rPr>
              <a:t>ttl</a:t>
            </a:r>
            <a:r>
              <a:rPr sz="745" b="0" i="0" u="none">
                <a:solidFill>
                  <a:srgbClr val="D4D4D4"/>
                </a:solidFill>
                <a:latin typeface="Courier New"/>
              </a:rPr>
              <a:t>: </a:t>
            </a:r>
            <a:r>
              <a:rPr sz="745" b="0" i="0" u="none">
                <a:solidFill>
                  <a:srgbClr val="4EC9B0"/>
                </a:solidFill>
                <a:latin typeface="Courier New"/>
              </a:rPr>
              <a:t>number</a:t>
            </a:r>
            <a:r>
              <a:rPr sz="745" b="0" i="0" u="none">
                <a:solidFill>
                  <a:srgbClr val="D4D4D4"/>
                </a:solidFill>
                <a:latin typeface="Courier New"/>
              </a:rPr>
              <a:t> };</a:t>
            </a:r>
          </a:p>
          <a:p>
            <a:pPr algn="l">
              <a:lnSpc>
                <a:spcPts val="1117"/>
              </a:lnSpc>
              <a:spcBef>
                <a:spcPts val="0"/>
              </a:spcBef>
              <a:spcAft>
                <a:spcPts val="0"/>
              </a:spcAft>
            </a:pPr>
          </a:p>
          <a:p>
            <a:pPr algn="l">
              <a:lnSpc>
                <a:spcPts val="1117"/>
              </a:lnSpc>
              <a:spcBef>
                <a:spcPts val="0"/>
              </a:spcBef>
              <a:spcAft>
                <a:spcPts val="0"/>
              </a:spcAft>
            </a:pPr>
            <a:r>
              <a:rPr sz="745" b="0" i="0" u="none">
                <a:solidFill>
                  <a:srgbClr val="569CD6"/>
                </a:solidFill>
                <a:latin typeface="Courier New"/>
              </a:rPr>
              <a:t>export</a:t>
            </a:r>
            <a:r>
              <a:rPr sz="745" b="0" i="0" u="none">
                <a:solidFill>
                  <a:srgbClr val="D4D4D4"/>
                </a:solidFill>
                <a:latin typeface="Courier New"/>
              </a:rPr>
              <a:t> </a:t>
            </a:r>
            <a:r>
              <a:rPr sz="745" b="0" i="0" u="none">
                <a:solidFill>
                  <a:srgbClr val="569CD6"/>
                </a:solidFill>
                <a:latin typeface="Courier New"/>
              </a:rPr>
              <a:t>async</a:t>
            </a:r>
            <a:r>
              <a:rPr sz="745" b="0" i="0" u="none">
                <a:solidFill>
                  <a:srgbClr val="D4D4D4"/>
                </a:solidFill>
                <a:latin typeface="Courier New"/>
              </a:rPr>
              <a:t> </a:t>
            </a:r>
            <a:r>
              <a:rPr sz="745" b="0" i="0" u="none">
                <a:solidFill>
                  <a:srgbClr val="569CD6"/>
                </a:solidFill>
                <a:latin typeface="Courier New"/>
              </a:rPr>
              <a:t>function</a:t>
            </a:r>
            <a:r>
              <a:rPr sz="745" b="0" i="0" u="none">
                <a:solidFill>
                  <a:srgbClr val="D4D4D4"/>
                </a:solidFill>
                <a:latin typeface="Courier New"/>
              </a:rPr>
              <a:t> </a:t>
            </a:r>
            <a:r>
              <a:rPr sz="745" b="0" i="0" u="none">
                <a:solidFill>
                  <a:srgbClr val="DCDCAA"/>
                </a:solidFill>
                <a:latin typeface="Courier New"/>
              </a:rPr>
              <a:t>ask</a:t>
            </a:r>
            <a:r>
              <a:rPr sz="745" b="0" i="0" u="none">
                <a:solidFill>
                  <a:srgbClr val="D4D4D4"/>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prompt</a:t>
            </a:r>
            <a:r>
              <a:rPr sz="745" b="0" i="0" u="none">
                <a:solidFill>
                  <a:srgbClr val="9CDCFE"/>
                </a:solidFill>
                <a:latin typeface="Courier New"/>
              </a:rPr>
              <a:t>: </a:t>
            </a:r>
            <a:r>
              <a:rPr sz="745" b="0" i="0" u="none">
                <a:solidFill>
                  <a:srgbClr val="4EC9B0"/>
                </a:solidFill>
                <a:latin typeface="Courier New"/>
              </a:rPr>
              <a:t>string</a:t>
            </a:r>
            <a:r>
              <a:rPr sz="745" b="0" i="0" u="none">
                <a:solidFill>
                  <a:srgbClr val="9CDCFE"/>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opts</a:t>
            </a:r>
            <a:r>
              <a:rPr sz="745" b="0" i="0" u="none">
                <a:solidFill>
                  <a:srgbClr val="9CDCFE"/>
                </a:solidFill>
                <a:latin typeface="Courier New"/>
              </a:rPr>
              <a:t>: </a:t>
            </a:r>
            <a:r>
              <a:rPr sz="745" b="0" i="0" u="none">
                <a:solidFill>
                  <a:srgbClr val="4EC9B0"/>
                </a:solidFill>
                <a:latin typeface="Courier New"/>
              </a:rPr>
              <a:t>Partial</a:t>
            </a:r>
            <a:r>
              <a:rPr sz="745" b="0" i="0" u="none">
                <a:solidFill>
                  <a:srgbClr val="9CDCFE"/>
                </a:solidFill>
                <a:latin typeface="Courier New"/>
              </a:rPr>
              <a:t>&lt;</a:t>
            </a:r>
            <a:r>
              <a:rPr sz="745" b="0" i="0" u="none">
                <a:solidFill>
                  <a:srgbClr val="4EC9B0"/>
                </a:solidFill>
                <a:latin typeface="Courier New"/>
              </a:rPr>
              <a:t>Cache</a:t>
            </a:r>
            <a:r>
              <a:rPr sz="745" b="0" i="0" u="none">
                <a:solidFill>
                  <a:srgbClr val="9CDCFE"/>
                </a:solidFill>
                <a:latin typeface="Courier New"/>
              </a:rPr>
              <a:t>&gt; = {},</a:t>
            </a:r>
          </a:p>
          <a:p>
            <a:pPr algn="l">
              <a:lnSpc>
                <a:spcPts val="1117"/>
              </a:lnSpc>
              <a:spcBef>
                <a:spcPts val="0"/>
              </a:spcBef>
              <a:spcAft>
                <a:spcPts val="0"/>
              </a:spcAft>
            </a:pPr>
            <a:r>
              <a:rPr sz="745" b="0" i="0" u="none">
                <a:solidFill>
                  <a:srgbClr val="D4D4D4"/>
                </a:solidFill>
                <a:latin typeface="Courier New"/>
              </a:rPr>
              <a:t>): </a:t>
            </a:r>
            <a:r>
              <a:rPr sz="745" b="0" i="0" u="none">
                <a:solidFill>
                  <a:srgbClr val="4EC9B0"/>
                </a:solidFill>
                <a:latin typeface="Courier New"/>
              </a:rPr>
              <a:t>Promise</a:t>
            </a:r>
            <a:r>
              <a:rPr sz="745" b="0" i="0" u="none">
                <a:solidFill>
                  <a:srgbClr val="D4D4D4"/>
                </a:solidFill>
                <a:latin typeface="Courier New"/>
              </a:rPr>
              <a:t>&lt;</a:t>
            </a:r>
            <a:r>
              <a:rPr sz="745" b="0" i="0" u="none">
                <a:solidFill>
                  <a:srgbClr val="4EC9B0"/>
                </a:solidFill>
                <a:latin typeface="Courier New"/>
              </a:rPr>
              <a:t>string</a:t>
            </a:r>
            <a:r>
              <a:rPr sz="745" b="0" i="0" u="none">
                <a:solidFill>
                  <a:srgbClr val="D4D4D4"/>
                </a:solidFill>
                <a:latin typeface="Courier New"/>
              </a:rPr>
              <a:t>&gt;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t0 = performance.</a:t>
            </a:r>
            <a:r>
              <a:rPr sz="745" b="0" i="0" u="none">
                <a:solidFill>
                  <a:srgbClr val="DCDCAA"/>
                </a:solidFill>
                <a:latin typeface="Courier New"/>
              </a:rPr>
              <a:t>now</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1" u="none">
                <a:solidFill>
                  <a:srgbClr val="6A9955"/>
                </a:solidFill>
                <a:latin typeface="Courier New"/>
              </a:rPr>
              <a:t>// one retry: a 529 is the API saying "later", not "no"</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for</a:t>
            </a:r>
            <a:r>
              <a:rPr sz="745" b="0" i="0" u="none">
                <a:solidFill>
                  <a:srgbClr val="D4D4D4"/>
                </a:solidFill>
                <a:latin typeface="Courier New"/>
              </a:rPr>
              <a:t> (</a:t>
            </a:r>
            <a:r>
              <a:rPr sz="745" b="0" i="0" u="none">
                <a:solidFill>
                  <a:srgbClr val="569CD6"/>
                </a:solidFill>
                <a:latin typeface="Courier New"/>
              </a:rPr>
              <a:t>let</a:t>
            </a:r>
            <a:r>
              <a:rPr sz="745" b="0" i="0" u="none">
                <a:solidFill>
                  <a:srgbClr val="D4D4D4"/>
                </a:solidFill>
                <a:latin typeface="Courier New"/>
              </a:rPr>
              <a:t> i = </a:t>
            </a:r>
            <a:r>
              <a:rPr sz="745" b="0" i="0" u="none">
                <a:solidFill>
                  <a:srgbClr val="B5CEA8"/>
                </a:solidFill>
                <a:latin typeface="Courier New"/>
              </a:rPr>
              <a:t>0</a:t>
            </a:r>
            <a:r>
              <a:rPr sz="745" b="0" i="0" u="none">
                <a:solidFill>
                  <a:srgbClr val="D4D4D4"/>
                </a:solidFill>
                <a:latin typeface="Courier New"/>
              </a:rPr>
              <a:t>; i &lt; </a:t>
            </a:r>
            <a:r>
              <a:rPr sz="745" b="0" i="0" u="none">
                <a:solidFill>
                  <a:srgbClr val="B5CEA8"/>
                </a:solidFill>
                <a:latin typeface="Courier New"/>
              </a:rPr>
              <a:t>2</a:t>
            </a:r>
            <a:r>
              <a:rPr sz="745" b="0" i="0" u="none">
                <a:solidFill>
                  <a:srgbClr val="D4D4D4"/>
                </a:solidFill>
                <a:latin typeface="Courier New"/>
              </a:rPr>
              <a:t>; i++)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res = </a:t>
            </a:r>
            <a:r>
              <a:rPr sz="745" b="0" i="0" u="none">
                <a:solidFill>
                  <a:srgbClr val="569CD6"/>
                </a:solidFill>
                <a:latin typeface="Courier New"/>
              </a:rPr>
              <a:t>await</a:t>
            </a:r>
            <a:r>
              <a:rPr sz="745" b="0" i="0" u="none">
                <a:solidFill>
                  <a:srgbClr val="D4D4D4"/>
                </a:solidFill>
                <a:latin typeface="Courier New"/>
              </a:rPr>
              <a:t> client.</a:t>
            </a:r>
            <a:r>
              <a:rPr sz="745" b="0" i="0" u="none">
                <a:solidFill>
                  <a:srgbClr val="9CDCFE"/>
                </a:solidFill>
                <a:latin typeface="Courier New"/>
              </a:rPr>
              <a:t>messages</a:t>
            </a:r>
            <a:r>
              <a:rPr sz="745" b="0" i="0" u="none">
                <a:solidFill>
                  <a:srgbClr val="D4D4D4"/>
                </a:solidFill>
                <a:latin typeface="Courier New"/>
              </a:rPr>
              <a:t>.</a:t>
            </a:r>
            <a:r>
              <a:rPr sz="745" b="0" i="0" u="none">
                <a:solidFill>
                  <a:srgbClr val="DCDCAA"/>
                </a:solidFill>
                <a:latin typeface="Courier New"/>
              </a:rPr>
              <a:t>create</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model</a:t>
            </a:r>
            <a:r>
              <a:rPr sz="745" b="0" i="0" u="none">
                <a:solidFill>
                  <a:srgbClr val="D4D4D4"/>
                </a:solidFill>
                <a:latin typeface="Courier New"/>
              </a:rPr>
              <a:t>: </a:t>
            </a:r>
            <a:r>
              <a:rPr sz="745" b="0" i="0" u="none">
                <a:solidFill>
                  <a:srgbClr val="CE9178"/>
                </a:solidFill>
                <a:latin typeface="Courier New"/>
              </a:rPr>
              <a:t>"claude-opus-4-8"</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max_tokens</a:t>
            </a:r>
            <a:r>
              <a:rPr sz="745" b="0" i="0" u="none">
                <a:solidFill>
                  <a:srgbClr val="D4D4D4"/>
                </a:solidFill>
                <a:latin typeface="Courier New"/>
              </a:rPr>
              <a:t>: </a:t>
            </a:r>
            <a:r>
              <a:rPr sz="745" b="0" i="0" u="none">
                <a:solidFill>
                  <a:srgbClr val="B5CEA8"/>
                </a:solidFill>
                <a:latin typeface="Courier New"/>
              </a:rPr>
              <a:t>1024</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 </a:t>
            </a:r>
            <a:r>
              <a:rPr sz="745" b="0" i="0" u="none">
                <a:solidFill>
                  <a:srgbClr val="9CDCFE"/>
                </a:solidFill>
                <a:latin typeface="Courier New"/>
              </a:rPr>
              <a:t>type</a:t>
            </a:r>
            <a:r>
              <a:rPr sz="745" b="0" i="0" u="none">
                <a:solidFill>
                  <a:srgbClr val="D4D4D4"/>
                </a:solidFill>
                <a:latin typeface="Courier New"/>
              </a:rPr>
              <a:t>: </a:t>
            </a:r>
            <a:r>
              <a:rPr sz="745" b="0" i="0" u="none">
                <a:solidFill>
                  <a:srgbClr val="CE9178"/>
                </a:solidFill>
                <a:latin typeface="Courier New"/>
              </a:rPr>
              <a:t>"text"</a:t>
            </a:r>
            <a:r>
              <a:rPr sz="745" b="0" i="0" u="none">
                <a:solidFill>
                  <a:srgbClr val="D4D4D4"/>
                </a:solidFill>
                <a:latin typeface="Courier New"/>
              </a:rPr>
              <a:t>, </a:t>
            </a:r>
            <a:r>
              <a:rPr sz="745" b="0" i="0" u="none">
                <a:solidFill>
                  <a:srgbClr val="9CDCFE"/>
                </a:solidFill>
                <a:latin typeface="Courier New"/>
              </a:rPr>
              <a:t>text</a:t>
            </a: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messages</a:t>
            </a:r>
            <a:r>
              <a:rPr sz="745" b="0" i="0" u="none">
                <a:solidFill>
                  <a:srgbClr val="D4D4D4"/>
                </a:solidFill>
                <a:latin typeface="Courier New"/>
              </a:rPr>
              <a:t>: [{ </a:t>
            </a:r>
            <a:r>
              <a:rPr sz="745" b="0" i="0" u="none">
                <a:solidFill>
                  <a:srgbClr val="9CDCFE"/>
                </a:solidFill>
                <a:latin typeface="Courier New"/>
              </a:rPr>
              <a:t>role</a:t>
            </a:r>
            <a:r>
              <a:rPr sz="745" b="0" i="0" u="none">
                <a:solidFill>
                  <a:srgbClr val="D4D4D4"/>
                </a:solidFill>
                <a:latin typeface="Courier New"/>
              </a:rPr>
              <a:t>: </a:t>
            </a:r>
            <a:r>
              <a:rPr sz="745" b="0" i="0" u="none">
                <a:solidFill>
                  <a:srgbClr val="CE9178"/>
                </a:solidFill>
                <a:latin typeface="Courier New"/>
              </a:rPr>
              <a:t>"user"</a:t>
            </a:r>
            <a:r>
              <a:rPr sz="745" b="0" i="0" u="none">
                <a:solidFill>
                  <a:srgbClr val="D4D4D4"/>
                </a:solidFill>
                <a:latin typeface="Courier New"/>
              </a:rPr>
              <a:t>, </a:t>
            </a:r>
            <a:r>
              <a:rPr sz="745" b="0" i="0" u="none">
                <a:solidFill>
                  <a:srgbClr val="9CDCFE"/>
                </a:solidFill>
                <a:latin typeface="Courier New"/>
              </a:rPr>
              <a:t>content</a:t>
            </a:r>
            <a:r>
              <a:rPr sz="745" b="0" i="0" u="none">
                <a:solidFill>
                  <a:srgbClr val="D4D4D4"/>
                </a:solidFill>
                <a:latin typeface="Courier New"/>
              </a:rPr>
              <a:t>: prompt }],</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if</a:t>
            </a:r>
            <a:r>
              <a:rPr sz="745" b="0" i="0" u="none">
                <a:solidFill>
                  <a:srgbClr val="D4D4D4"/>
                </a:solidFill>
                <a:latin typeface="Courier New"/>
              </a:rPr>
              <a:t> (res.</a:t>
            </a:r>
            <a:r>
              <a:rPr sz="745" b="0" i="0" u="none">
                <a:solidFill>
                  <a:srgbClr val="9CDCFE"/>
                </a:solidFill>
                <a:latin typeface="Courier New"/>
              </a:rPr>
              <a:t>stop_reason</a:t>
            </a:r>
            <a:r>
              <a:rPr sz="745" b="0" i="0" u="none">
                <a:solidFill>
                  <a:srgbClr val="D4D4D4"/>
                </a:solidFill>
                <a:latin typeface="Courier New"/>
              </a:rPr>
              <a:t> !== </a:t>
            </a:r>
            <a:r>
              <a:rPr sz="745" b="0" i="0" u="none">
                <a:solidFill>
                  <a:srgbClr val="CE9178"/>
                </a:solidFill>
                <a:latin typeface="Courier New"/>
              </a:rPr>
              <a:t>"overloaded"</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log.</a:t>
            </a:r>
            <a:r>
              <a:rPr sz="745" b="0" i="0" u="none">
                <a:solidFill>
                  <a:srgbClr val="DCDCAA"/>
                </a:solidFill>
                <a:latin typeface="Courier New"/>
              </a:rPr>
              <a:t>info</a:t>
            </a:r>
            <a:r>
              <a:rPr sz="745" b="0" i="0" u="none">
                <a:solidFill>
                  <a:srgbClr val="D4D4D4"/>
                </a:solidFill>
                <a:latin typeface="Courier New"/>
              </a:rPr>
              <a:t>(</a:t>
            </a:r>
            <a:r>
              <a:rPr sz="745" b="0" i="0" u="none">
                <a:solidFill>
                  <a:srgbClr val="CE9178"/>
                </a:solidFill>
                <a:latin typeface="Courier New"/>
              </a:rPr>
              <a:t>"ask"</a:t>
            </a:r>
            <a:r>
              <a:rPr sz="745" b="0" i="0" u="none">
                <a:solidFill>
                  <a:srgbClr val="D4D4D4"/>
                </a:solidFill>
                <a:latin typeface="Courier New"/>
              </a:rPr>
              <a:t>, { </a:t>
            </a:r>
            <a:r>
              <a:rPr sz="745" b="0" i="0" u="none">
                <a:solidFill>
                  <a:srgbClr val="9CDCFE"/>
                </a:solidFill>
                <a:latin typeface="Courier New"/>
              </a:rPr>
              <a:t>ms</a:t>
            </a:r>
            <a:r>
              <a:rPr sz="745" b="0" i="0" u="none">
                <a:solidFill>
                  <a:srgbClr val="D4D4D4"/>
                </a:solidFill>
                <a:latin typeface="Courier New"/>
              </a:rPr>
              <a:t>: performance.</a:t>
            </a:r>
            <a:r>
              <a:rPr sz="745" b="0" i="0" u="none">
                <a:solidFill>
                  <a:srgbClr val="DCDCAA"/>
                </a:solidFill>
                <a:latin typeface="Courier New"/>
              </a:rPr>
              <a:t>now</a:t>
            </a:r>
            <a:r>
              <a:rPr sz="745" b="0" i="0" u="none">
                <a:solidFill>
                  <a:srgbClr val="D4D4D4"/>
                </a:solidFill>
                <a:latin typeface="Courier New"/>
              </a:rPr>
              <a:t>() - t0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return</a:t>
            </a:r>
            <a:r>
              <a:rPr sz="745" b="0" i="0" u="none">
                <a:solidFill>
                  <a:srgbClr val="D4D4D4"/>
                </a:solidFill>
                <a:latin typeface="Courier New"/>
              </a:rPr>
              <a:t> res.</a:t>
            </a:r>
            <a:r>
              <a:rPr sz="745" b="0" i="0" u="none">
                <a:solidFill>
                  <a:srgbClr val="9CDCFE"/>
                </a:solidFill>
                <a:latin typeface="Courier New"/>
              </a:rPr>
              <a:t>content</a:t>
            </a:r>
            <a:r>
              <a:rPr sz="745" b="0" i="0" u="none">
                <a:solidFill>
                  <a:srgbClr val="D4D4D4"/>
                </a:solidFill>
                <a:latin typeface="Courier New"/>
              </a:rPr>
              <a:t>[</a:t>
            </a:r>
            <a:r>
              <a:rPr sz="745" b="0" i="0" u="none">
                <a:solidFill>
                  <a:srgbClr val="B5CEA8"/>
                </a:solidFill>
                <a:latin typeface="Courier New"/>
              </a:rPr>
              <a:t>0</a:t>
            </a:r>
            <a:r>
              <a:rPr sz="745" b="0" i="0" u="none">
                <a:solidFill>
                  <a:srgbClr val="D4D4D4"/>
                </a:solidFill>
                <a:latin typeface="Courier New"/>
              </a:rPr>
              <a:t>].</a:t>
            </a:r>
            <a:r>
              <a:rPr sz="745" b="0" i="0" u="none">
                <a:solidFill>
                  <a:srgbClr val="9CDCFE"/>
                </a:solidFill>
                <a:latin typeface="Courier New"/>
              </a:rPr>
              <a:t>text</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await</a:t>
            </a:r>
            <a:r>
              <a:rPr sz="745" b="0" i="0" u="none">
                <a:solidFill>
                  <a:srgbClr val="D4D4D4"/>
                </a:solidFill>
                <a:latin typeface="Courier New"/>
              </a:rPr>
              <a:t> </a:t>
            </a:r>
            <a:r>
              <a:rPr sz="745" b="0" i="0" u="none">
                <a:solidFill>
                  <a:srgbClr val="DCDCAA"/>
                </a:solidFill>
                <a:latin typeface="Courier New"/>
              </a:rPr>
              <a:t>sleep</a:t>
            </a:r>
            <a:r>
              <a:rPr sz="745" b="0" i="0" u="none">
                <a:solidFill>
                  <a:srgbClr val="D4D4D4"/>
                </a:solidFill>
                <a:latin typeface="Courier New"/>
              </a:rPr>
              <a:t>(</a:t>
            </a:r>
            <a:r>
              <a:rPr sz="745" b="0" i="0" u="none">
                <a:solidFill>
                  <a:srgbClr val="B5CEA8"/>
                </a:solidFill>
                <a:latin typeface="Courier New"/>
              </a:rPr>
              <a:t>250</a:t>
            </a:r>
            <a:r>
              <a:rPr sz="745" b="0" i="0" u="none">
                <a:solidFill>
                  <a:srgbClr val="D4D4D4"/>
                </a:solidFill>
                <a:latin typeface="Courier New"/>
              </a:rPr>
              <a:t> * (i + </a:t>
            </a:r>
            <a:r>
              <a:rPr sz="745" b="0" i="0" u="none">
                <a:solidFill>
                  <a:srgbClr val="B5CEA8"/>
                </a:solidFill>
                <a:latin typeface="Courier New"/>
              </a:rPr>
              <a:t>1</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throw</a:t>
            </a:r>
            <a:r>
              <a:rPr sz="745" b="0" i="0" u="none">
                <a:solidFill>
                  <a:srgbClr val="D4D4D4"/>
                </a:solidFill>
                <a:latin typeface="Courier New"/>
              </a:rPr>
              <a:t> </a:t>
            </a:r>
            <a:r>
              <a:rPr sz="745" b="0" i="0" u="none">
                <a:solidFill>
                  <a:srgbClr val="569CD6"/>
                </a:solidFill>
                <a:latin typeface="Courier New"/>
              </a:rPr>
              <a:t>new</a:t>
            </a:r>
            <a:r>
              <a:rPr sz="745" b="0" i="0" u="none">
                <a:solidFill>
                  <a:srgbClr val="D4D4D4"/>
                </a:solidFill>
                <a:latin typeface="Courier New"/>
              </a:rPr>
              <a:t> </a:t>
            </a:r>
            <a:r>
              <a:rPr sz="745" b="0" i="0" u="none">
                <a:solidFill>
                  <a:srgbClr val="4EC9B0"/>
                </a:solidFill>
                <a:latin typeface="Courier New"/>
              </a:rPr>
              <a:t>Error</a:t>
            </a:r>
            <a:r>
              <a:rPr sz="745" b="0" i="0" u="none">
                <a:solidFill>
                  <a:srgbClr val="D4D4D4"/>
                </a:solidFill>
                <a:latin typeface="Courier New"/>
              </a:rPr>
              <a:t>(</a:t>
            </a:r>
            <a:r>
              <a:rPr sz="745" b="0" i="0" u="none">
                <a:solidFill>
                  <a:srgbClr val="CE9178"/>
                </a:solidFill>
                <a:latin typeface="Courier New"/>
              </a:rPr>
              <a:t>"overloaded"</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82401"/>
          </a:xfrm>
          <a:prstGeom prst="rect">
            <a:avLst/>
          </a:prstGeom>
          <a:noFill/>
        </p:spPr>
        <p:txBody>
          <a:bodyPr wrap="square" anchor="t"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3646742"/>
            <a:ext cx="3524525" cy="1926146"/>
          </a:xfrm>
          <a:prstGeom prst="rect">
            <a:avLst/>
          </a:prstGeom>
          <a:noFill/>
        </p:spPr>
        <p:txBody>
          <a:bodyPr wrap="square" anchor="t" lIns="292608" tIns="292608" rIns="292608" bIns="292608">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367974" y="3646742"/>
            <a:ext cx="3524718" cy="1926146"/>
          </a:xfrm>
          <a:prstGeom prst="rect">
            <a:avLst/>
          </a:prstGeom>
          <a:noFill/>
        </p:spPr>
        <p:txBody>
          <a:bodyPr wrap="square" anchor="t" lIns="292608" tIns="292608" rIns="292608" bIns="292608">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189988"/>
            <a:ext cx="442626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48166"/>
            <a:ext cx="341861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06248"/>
            <a:ext cx="2629090"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64330"/>
            <a:ext cx="3104102"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22508"/>
            <a:ext cx="2749010" cy="240220"/>
          </a:xfrm>
          <a:prstGeom prst="rect">
            <a:avLst/>
          </a:prstGeom>
          <a:noFill/>
        </p:spPr>
        <p:txBody>
          <a:bodyPr wrap="none" anchor="t"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80590"/>
            <a:ext cx="2579656"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65520"/>
            <a:ext cx="462362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52304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206657"/>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32474"/>
            <a:ext cx="1268720" cy="1042988"/>
          </a:xfrm>
          <a:prstGeom prst="rect">
            <a:avLst/>
          </a:prstGeom>
          <a:noFill/>
        </p:spPr>
        <p:txBody>
          <a:bodyPr wrap="square" anchor="t"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37705"/>
            <a:ext cx="1268720" cy="1798606"/>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32474"/>
            <a:ext cx="1268913" cy="1042988"/>
          </a:xfrm>
          <a:prstGeom prst="rect">
            <a:avLst/>
          </a:prstGeom>
          <a:noFill/>
        </p:spPr>
        <p:txBody>
          <a:bodyPr wrap="square" anchor="t"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37705"/>
            <a:ext cx="1268913" cy="1798606"/>
          </a:xfrm>
          <a:prstGeom prst="rect">
            <a:avLst/>
          </a:prstGeom>
          <a:noFill/>
        </p:spPr>
        <p:txBody>
          <a:bodyPr wrap="square" anchor="t"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47366"/>
            <a:ext cx="1215643"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385947"/>
            <a:ext cx="1215643" cy="249507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47366"/>
            <a:ext cx="1093828"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385947"/>
            <a:ext cx="1093828" cy="249507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82022"/>
            <a:ext cx="529113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1549" y="4321492"/>
            <a:ext cx="703421" cy="703421"/>
          </a:xfrm>
          <a:prstGeom prst="rect">
            <a:avLst/>
          </a:prstGeom>
        </p:spPr>
      </p:pic>
      <p:sp>
        <p:nvSpPr>
          <p:cNvPr id="8" name="TextBox 7"/>
          <p:cNvSpPr txBox="1"/>
          <p:nvPr/>
        </p:nvSpPr>
        <p:spPr>
          <a:xfrm>
            <a:off x="1870996" y="4321492"/>
            <a:ext cx="3837622" cy="386906"/>
          </a:xfrm>
          <a:prstGeom prst="rect">
            <a:avLst/>
          </a:prstGeom>
          <a:noFill/>
        </p:spPr>
        <p:txBody>
          <a:bodyPr wrap="none" anchor="t" lIns="0" tIns="0" rIns="0" bIns="0">
            <a:noAutofit/>
          </a:bodyPr>
          <a:lstStyle/>
          <a:p>
            <a:pPr algn="l">
              <a:lnSpc>
                <a:spcPts val="3032"/>
              </a:lnSpc>
              <a:spcBef>
                <a:spcPts val="0"/>
              </a:spcBef>
              <a:spcAft>
                <a:spcPts val="0"/>
              </a:spcAft>
            </a:pPr>
            <a:r>
              <a:rPr sz="2756" b="1" i="0" u="none">
                <a:solidFill>
                  <a:srgbClr val="1F1E1E"/>
                </a:solidFill>
                <a:latin typeface="Arial"/>
              </a:rPr>
              <a:t>Design first</a:t>
            </a:r>
          </a:p>
        </p:txBody>
      </p:sp>
      <p:sp>
        <p:nvSpPr>
          <p:cNvPr id="9" name="TextBox 8"/>
          <p:cNvSpPr txBox="1"/>
          <p:nvPr/>
        </p:nvSpPr>
        <p:spPr>
          <a:xfrm>
            <a:off x="1870996" y="4768977"/>
            <a:ext cx="3875565" cy="709231"/>
          </a:xfrm>
          <a:prstGeom prst="rect">
            <a:avLst/>
          </a:prstGeom>
          <a:noFill/>
        </p:spPr>
        <p:txBody>
          <a:bodyPr wrap="square" anchor="t" lIns="0" tIns="0" rIns="0" bIns="0">
            <a:noAutofit/>
          </a:bodyPr>
          <a:lstStyle/>
          <a:p>
            <a:pPr algn="l">
              <a:lnSpc>
                <a:spcPts val="2780"/>
              </a:lnSpc>
              <a:spcBef>
                <a:spcPts val="0"/>
              </a:spcBef>
              <a:spcAft>
                <a:spcPts val="0"/>
              </a:spcAft>
            </a:pPr>
            <a:r>
              <a:rPr sz="2138" b="0" i="0" u="none">
                <a:solidFill>
                  <a:srgbClr val="3B3535"/>
                </a:solidFill>
                <a:latin typeface="Arial"/>
              </a:rPr>
              <a:t>How the canvas is divided is chosen before the template.</a:t>
            </a:r>
          </a:p>
        </p:txBody>
      </p:sp>
      <p:sp>
        <p:nvSpPr>
          <p:cNvPr id="10" name="Rounded Rectangle 9"/>
          <p:cNvSpPr/>
          <p:nvPr/>
        </p:nvSpPr>
        <p:spPr>
          <a:xfrm>
            <a:off x="6228398" y="3982022"/>
            <a:ext cx="529132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19482" y="4321492"/>
            <a:ext cx="703421" cy="703421"/>
          </a:xfrm>
          <a:prstGeom prst="rect">
            <a:avLst/>
          </a:prstGeom>
        </p:spPr>
      </p:pic>
      <p:sp>
        <p:nvSpPr>
          <p:cNvPr id="12" name="TextBox 11"/>
          <p:cNvSpPr txBox="1"/>
          <p:nvPr/>
        </p:nvSpPr>
        <p:spPr>
          <a:xfrm>
            <a:off x="7429024" y="4321492"/>
            <a:ext cx="3837718" cy="386906"/>
          </a:xfrm>
          <a:prstGeom prst="rect">
            <a:avLst/>
          </a:prstGeom>
          <a:noFill/>
        </p:spPr>
        <p:txBody>
          <a:bodyPr wrap="none" anchor="t" lIns="0" tIns="0" rIns="0" bIns="0">
            <a:noAutofit/>
          </a:bodyPr>
          <a:lstStyle/>
          <a:p>
            <a:pPr algn="l">
              <a:lnSpc>
                <a:spcPts val="3032"/>
              </a:lnSpc>
              <a:spcBef>
                <a:spcPts val="0"/>
              </a:spcBef>
              <a:spcAft>
                <a:spcPts val="0"/>
              </a:spcAft>
            </a:pPr>
            <a:r>
              <a:rPr sz="2756" b="1" i="0" u="none">
                <a:solidFill>
                  <a:srgbClr val="1F1E1E"/>
                </a:solidFill>
                <a:latin typeface="Arial"/>
              </a:rPr>
              <a:t>Style second</a:t>
            </a:r>
          </a:p>
        </p:txBody>
      </p:sp>
      <p:sp>
        <p:nvSpPr>
          <p:cNvPr id="13" name="TextBox 12"/>
          <p:cNvSpPr txBox="1"/>
          <p:nvPr/>
        </p:nvSpPr>
        <p:spPr>
          <a:xfrm>
            <a:off x="7429024" y="4768977"/>
            <a:ext cx="3875662" cy="709231"/>
          </a:xfrm>
          <a:prstGeom prst="rect">
            <a:avLst/>
          </a:prstGeom>
          <a:noFill/>
        </p:spPr>
        <p:txBody>
          <a:bodyPr wrap="square" anchor="t" lIns="0" tIns="0" rIns="0" bIns="0">
            <a:noAutofit/>
          </a:bodyPr>
          <a:lstStyle/>
          <a:p>
            <a:pPr algn="l">
              <a:lnSpc>
                <a:spcPts val="2780"/>
              </a:lnSpc>
              <a:spcBef>
                <a:spcPts val="0"/>
              </a:spcBef>
              <a:spcAft>
                <a:spcPts val="0"/>
              </a:spcAft>
            </a:pPr>
            <a:r>
              <a:rPr sz="2138"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97044"/>
          </a:xfrm>
          <a:prstGeom prst="roundRect">
            <a:avLst>
              <a:gd name="adj" fmla="val 1140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782122" y="2201894"/>
            <a:ext cx="2627566" cy="1477994"/>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6701679" cy="1659160"/>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206657"/>
            <a:ext cx="6701679" cy="443770"/>
          </a:xfrm>
          <a:prstGeom prst="rect">
            <a:avLst/>
          </a:prstGeom>
          <a:noFill/>
        </p:spPr>
        <p:txBody>
          <a:bodyPr wrap="square" anchor="t"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32036"/>
            <a:ext cx="1826704" cy="357568"/>
          </a:xfrm>
          <a:prstGeom prst="rect">
            <a:avLst/>
          </a:prstGeom>
          <a:noFill/>
        </p:spPr>
        <p:txBody>
          <a:bodyPr wrap="none" anchor="t"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45611"/>
            <a:ext cx="1834484" cy="1640967"/>
          </a:xfrm>
          <a:prstGeom prst="rect">
            <a:avLst/>
          </a:prstGeom>
          <a:noFill/>
        </p:spPr>
        <p:txBody>
          <a:bodyPr wrap="square" anchor="t"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32036"/>
            <a:ext cx="1834580" cy="1104043"/>
          </a:xfrm>
          <a:prstGeom prst="rect">
            <a:avLst/>
          </a:prstGeom>
          <a:noFill/>
        </p:spPr>
        <p:txBody>
          <a:bodyPr wrap="square" anchor="t"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03179"/>
            <a:ext cx="1834580" cy="1311021"/>
          </a:xfrm>
          <a:prstGeom prst="rect">
            <a:avLst/>
          </a:prstGeom>
          <a:noFill/>
        </p:spPr>
        <p:txBody>
          <a:bodyPr wrap="square" anchor="t"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08180"/>
            <a:ext cx="526208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2917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78853"/>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29178"/>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78853"/>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43712"/>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50828"/>
            <a:ext cx="1747266"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00598"/>
            <a:ext cx="1753853" cy="249526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50828"/>
            <a:ext cx="555424"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889504"/>
            <a:ext cx="555424"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43712"/>
            <a:ext cx="6701679"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45556"/>
            <a:ext cx="2101024"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2995327"/>
            <a:ext cx="2112918"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45556"/>
            <a:ext cx="1432179"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2995327"/>
            <a:ext cx="1434040"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2982087"/>
            <a:ext cx="9521411" cy="855726"/>
          </a:xfrm>
          <a:prstGeom prst="rect">
            <a:avLst/>
          </a:prstGeom>
          <a:noFill/>
        </p:spPr>
        <p:txBody>
          <a:bodyPr wrap="square" anchor="t"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23344"/>
            <a:ext cx="4867846"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08180"/>
            <a:ext cx="5232464" cy="240220"/>
          </a:xfrm>
          <a:prstGeom prst="rect">
            <a:avLst/>
          </a:prstGeom>
          <a:noFill/>
        </p:spPr>
        <p:txBody>
          <a:bodyPr wrap="none" anchor="t"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28316"/>
            <a:ext cx="5823680" cy="240220"/>
          </a:xfrm>
          <a:prstGeom prst="rect">
            <a:avLst/>
          </a:prstGeom>
          <a:noFill/>
        </p:spPr>
        <p:txBody>
          <a:bodyPr wrap="none" anchor="t"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25120"/>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74890"/>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25120"/>
            <a:ext cx="3829050" cy="388906"/>
          </a:xfrm>
          <a:prstGeom prst="rect">
            <a:avLst/>
          </a:prstGeom>
          <a:noFill/>
        </p:spPr>
        <p:txBody>
          <a:bodyPr wrap="none" anchor="t"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74890"/>
            <a:ext cx="3866864" cy="712851"/>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75568"/>
            <a:ext cx="5235988" cy="197263"/>
          </a:xfrm>
          <a:prstGeom prst="rect">
            <a:avLst/>
          </a:prstGeom>
          <a:noFill/>
        </p:spPr>
        <p:txBody>
          <a:bodyPr wrap="none" anchor="t"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76347"/>
            <a:ext cx="4121372"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45726"/>
            <a:ext cx="4163571" cy="585406"/>
          </a:xfrm>
          <a:prstGeom prst="rect">
            <a:avLst/>
          </a:prstGeom>
          <a:noFill/>
        </p:spPr>
        <p:txBody>
          <a:bodyPr wrap="square" anchor="t"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76347"/>
            <a:ext cx="4121372"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45726"/>
            <a:ext cx="4163571" cy="585406"/>
          </a:xfrm>
          <a:prstGeom prst="rect">
            <a:avLst/>
          </a:prstGeom>
          <a:noFill/>
        </p:spPr>
        <p:txBody>
          <a:bodyPr wrap="square" anchor="t"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11802"/>
            <a:ext cx="9656254" cy="319373"/>
          </a:xfrm>
          <a:prstGeom prst="rect">
            <a:avLst/>
          </a:prstGeom>
          <a:noFill/>
        </p:spPr>
        <p:txBody>
          <a:bodyPr wrap="none" anchor="t"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81182"/>
            <a:ext cx="9656254" cy="292703"/>
          </a:xfrm>
          <a:prstGeom prst="rect">
            <a:avLst/>
          </a:prstGeom>
          <a:noFill/>
        </p:spPr>
        <p:txBody>
          <a:bodyPr wrap="none" anchor="t"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58446"/>
            <a:ext cx="6859048" cy="240220"/>
          </a:xfrm>
          <a:prstGeom prst="rect">
            <a:avLst/>
          </a:prstGeom>
          <a:noFill/>
        </p:spPr>
        <p:txBody>
          <a:bodyPr wrap="none" anchor="t"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rPr>
              <a:t>01</a:t>
            </a:r>
            <a:r>
              <a:rPr sz="2592" b="1" i="0" u="none">
                <a:solidFill>
                  <a:srgbClr val="6E6663"/>
                </a:solidFill>
                <a:latin typeface="Arial"/>
                <a:hlinkClick r:id="rId2"/>
              </a:rPr>
              <a:t>Frames &amp; openers</a:t>
            </a:r>
            <a:r>
              <a:rPr sz="1200" b="0" i="0" u="none">
                <a:solidFill>
                  <a:srgbClr val="2A2626"/>
                </a:solidFill>
                <a:latin typeface="Arial"/>
              </a:rPr>
              <a:t>
</a:t>
            </a:r>
            <a:r>
              <a:rPr sz="1920" b="1" i="0" u="none">
                <a:solidFill>
                  <a:srgbClr val="D8D2CE"/>
                </a:solidFill>
                <a:latin typeface="Courier New"/>
                <a:hlinkClick r:id="rId3"/>
              </a:rPr>
              <a:t>02</a:t>
            </a:r>
            <a:r>
              <a:rPr sz="2592" b="1" i="0" u="none">
                <a:solidFill>
                  <a:srgbClr val="6E6663"/>
                </a:solidFill>
                <a:latin typeface="Arial"/>
                <a:hlinkClick r:id="rId3"/>
              </a:rPr>
              <a:t>Statement &amp; emphasis</a:t>
            </a:r>
            <a:r>
              <a:rPr sz="1200" b="0" i="0" u="none">
                <a:solidFill>
                  <a:srgbClr val="2A2626"/>
                </a:solidFill>
                <a:latin typeface="Arial"/>
              </a:rPr>
              <a:t>
</a:t>
            </a:r>
            <a:r>
              <a:rPr sz="1920" b="1" i="0" u="none">
                <a:solidFill>
                  <a:srgbClr val="D8D2CE"/>
                </a:solidFill>
                <a:latin typeface="Courier New"/>
                <a:hlinkClick r:id="rId4"/>
              </a:rPr>
              <a:t>03</a:t>
            </a:r>
            <a:r>
              <a:rPr sz="2592" b="1" i="0" u="none">
                <a:solidFill>
                  <a:srgbClr val="6E6663"/>
                </a:solidFill>
                <a:latin typeface="Arial"/>
                <a:hlinkClick r:id="rId4"/>
              </a:rPr>
              <a:t>Enumerations</a:t>
            </a:r>
            <a:r>
              <a:rPr sz="1200" b="0" i="0" u="none">
                <a:solidFill>
                  <a:srgbClr val="2A2626"/>
                </a:solidFill>
                <a:latin typeface="Arial"/>
              </a:rPr>
              <a:t>
</a:t>
            </a:r>
            <a:r>
              <a:rPr sz="1920" b="1" i="0" u="none">
                <a:solidFill>
                  <a:srgbClr val="D8D2CE"/>
                </a:solidFill>
                <a:latin typeface="Courier New"/>
                <a:hlinkClick r:id="rId5"/>
              </a:rPr>
              <a:t>04</a:t>
            </a:r>
            <a:r>
              <a:rPr sz="2592" b="1" i="0" u="none">
                <a:solidFill>
                  <a:srgbClr val="6E6663"/>
                </a:solidFill>
                <a:latin typeface="Arial"/>
                <a:hlinkClick r:id="rId5"/>
              </a:rPr>
              <a:t>Ordered &amp; comparison</a:t>
            </a:r>
            <a:r>
              <a:rPr sz="1200" b="0" i="0" u="none">
                <a:solidFill>
                  <a:srgbClr val="2A2626"/>
                </a:solidFill>
                <a:latin typeface="Arial"/>
              </a:rPr>
              <a:t>
</a:t>
            </a:r>
            <a:r>
              <a:rPr sz="1920" b="1" i="0" u="none">
                <a:solidFill>
                  <a:srgbClr val="D8D2CE"/>
                </a:solidFill>
                <a:latin typeface="Courier New"/>
                <a:hlinkClick r:id="rId6"/>
              </a:rPr>
              <a:t>05</a:t>
            </a:r>
            <a:r>
              <a:rPr sz="2592" b="1" i="0" u="none">
                <a:solidFill>
                  <a:srgbClr val="6E6663"/>
                </a:solidFill>
                <a:latin typeface="Arial"/>
                <a:hlinkClick r:id="rId6"/>
              </a:rPr>
              <a:t>Visual &amp; data</a:t>
            </a:r>
            <a:r>
              <a:rPr sz="1200" b="0" i="0" u="none">
                <a:solidFill>
                  <a:srgbClr val="2A2626"/>
                </a:solidFill>
                <a:latin typeface="Arial"/>
              </a:rPr>
              <a:t>
</a:t>
            </a:r>
            <a:r>
              <a:rPr sz="1920" b="1" i="0" u="none">
                <a:solidFill>
                  <a:srgbClr val="DA1B2E"/>
                </a:solidFill>
                <a:latin typeface="Courier New"/>
                <a:hlinkClick r:id="rId7"/>
              </a:rPr>
              <a:t>06</a:t>
            </a:r>
            <a:r>
              <a:rPr sz="2592" b="1" i="0" u="none">
                <a:solidFill>
                  <a:srgbClr val="1F1E1E"/>
                </a:solidFill>
                <a:latin typeface="Arial"/>
                <a:hlinkClick r:id="rId7"/>
              </a:rPr>
              <a:t>Interactive (quiz)</a:t>
            </a:r>
            <a:r>
              <a:rPr sz="1200" b="0" i="0" u="none">
                <a:solidFill>
                  <a:srgbClr val="2A2626"/>
                </a:solidFill>
                <a:latin typeface="Arial"/>
              </a:rPr>
              <a:t>
</a:t>
            </a:r>
            <a:r>
              <a:rPr sz="1920" b="1" i="0" u="none">
                <a:solidFill>
                  <a:srgbClr val="D8D2CE"/>
                </a:solidFill>
                <a:latin typeface="Courier New"/>
                <a:hlinkClick r:id="rId8"/>
              </a:rPr>
              <a:t>07</a:t>
            </a:r>
            <a:r>
              <a:rPr sz="2592" b="1" i="0" u="none">
                <a:solidFill>
                  <a:srgbClr val="6E6663"/>
                </a:solidFill>
                <a:latin typeface="Arial"/>
                <a:hlinkClick r:id="rId8"/>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78147"/>
          </a:xfrm>
          <a:prstGeom prst="rect">
            <a:avLst/>
          </a:prstGeom>
          <a:noFill/>
        </p:spPr>
        <p:txBody>
          <a:bodyPr wrap="square" anchor="t"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21756"/>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21756"/>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670465" y="2610517"/>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162490"/>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162490"/>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670465" y="3151251"/>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t"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03320"/>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03320"/>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670465" y="3692080"/>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24405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244054"/>
            <a:ext cx="452628" cy="414528"/>
          </a:xfrm>
          <a:prstGeom prst="rect">
            <a:avLst/>
          </a:prstGeom>
          <a:noFill/>
        </p:spPr>
        <p:txBody>
          <a:bodyPr wrap="none" anchor="t"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670465" y="4232815"/>
            <a:ext cx="6207633" cy="437007"/>
          </a:xfrm>
          <a:prstGeom prst="rect">
            <a:avLst/>
          </a:prstGeom>
          <a:noFill/>
        </p:spPr>
        <p:txBody>
          <a:bodyPr wrap="none" anchor="t" lIns="219456" tIns="158496" rIns="219456" bIns="158496">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23830" y="5043678"/>
            <a:ext cx="945716" cy="411575"/>
          </a:xfrm>
          <a:prstGeom prst="rect">
            <a:avLst/>
          </a:prstGeom>
          <a:noFill/>
        </p:spPr>
        <p:txBody>
          <a:bodyPr wrap="square" anchor="t" lIns="0" tIns="0" rIns="0" bIns="0">
            <a:noAutofit/>
          </a:bodyPr>
          <a:lstStyle/>
          <a:p>
            <a:pPr algn="l">
              <a:lnSpc>
                <a:spcPts val="1040"/>
              </a:lnSpc>
              <a:spcBef>
                <a:spcPts val="0"/>
              </a:spcBef>
              <a:spcAft>
                <a:spcPts val="0"/>
              </a:spcAft>
            </a:pPr>
            <a:r>
              <a:rPr sz="1040" b="1" i="0" u="none" spc="104">
                <a:solidFill>
                  <a:srgbClr val="DA1B2E"/>
                </a:solidFill>
                <a:latin typeface="Arial"/>
              </a:rPr>
              <a:t>ANSWER</a:t>
            </a:r>
          </a:p>
        </p:txBody>
      </p:sp>
      <p:sp>
        <p:nvSpPr>
          <p:cNvPr id="26" name="TextBox 25"/>
          <p:cNvSpPr txBox="1"/>
          <p:nvPr/>
        </p:nvSpPr>
        <p:spPr>
          <a:xfrm>
            <a:off x="923830" y="5306758"/>
            <a:ext cx="5829443" cy="648938"/>
          </a:xfrm>
          <a:prstGeom prst="rect">
            <a:avLst/>
          </a:prstGeom>
          <a:noFill/>
        </p:spPr>
        <p:txBody>
          <a:bodyPr wrap="square" anchor="t"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7" name="TextBox 26"/>
          <p:cNvSpPr txBox="1"/>
          <p:nvPr/>
        </p:nvSpPr>
        <p:spPr>
          <a:xfrm>
            <a:off x="923830" y="5868924"/>
            <a:ext cx="5762625" cy="213170"/>
          </a:xfrm>
          <a:prstGeom prst="rect">
            <a:avLst/>
          </a:prstGeom>
          <a:noFill/>
        </p:spPr>
        <p:txBody>
          <a:bodyPr wrap="none" anchor="t"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8" name="Rounded Rectangle 27"/>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2"/>
          <a:stretch>
            <a:fillRect/>
          </a:stretch>
        </p:blipFill>
        <p:spPr>
          <a:xfrm>
            <a:off x="7723918" y="1785080"/>
            <a:ext cx="3340322" cy="4453795"/>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66903"/>
          </a:xfrm>
          <a:prstGeom prst="rect">
            <a:avLst/>
          </a:prstGeom>
          <a:noFill/>
        </p:spPr>
        <p:txBody>
          <a:bodyPr wrap="none" anchor="t"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3430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34304"/>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670465" y="2385632"/>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67622"/>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67622"/>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670465" y="3018949"/>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t"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00844"/>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00844"/>
            <a:ext cx="452628" cy="414528"/>
          </a:xfrm>
          <a:prstGeom prst="rect">
            <a:avLst/>
          </a:prstGeom>
          <a:noFill/>
        </p:spPr>
        <p:txBody>
          <a:bodyPr wrap="none" anchor="t"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670465" y="3652266"/>
            <a:ext cx="6207633" cy="511683"/>
          </a:xfrm>
          <a:prstGeom prst="rect">
            <a:avLst/>
          </a:prstGeom>
          <a:noFill/>
        </p:spPr>
        <p:txBody>
          <a:bodyPr wrap="none" anchor="t" lIns="219456" tIns="158496" rIns="219456" bIns="158496">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67169" y="4601908"/>
            <a:ext cx="1104269" cy="442436"/>
          </a:xfrm>
          <a:prstGeom prst="rect">
            <a:avLst/>
          </a:prstGeom>
          <a:noFill/>
        </p:spPr>
        <p:txBody>
          <a:bodyPr wrap="square" anchor="t" lIns="0" tIns="0" rIns="0" bIns="0">
            <a:noAutofit/>
          </a:bodyPr>
          <a:lstStyle/>
          <a:p>
            <a:pPr algn="l">
              <a:lnSpc>
                <a:spcPts val="1222"/>
              </a:lnSpc>
              <a:spcBef>
                <a:spcPts val="0"/>
              </a:spcBef>
              <a:spcAft>
                <a:spcPts val="0"/>
              </a:spcAft>
            </a:pPr>
            <a:r>
              <a:rPr sz="1222" b="1" i="0" u="none" spc="122">
                <a:solidFill>
                  <a:srgbClr val="DA1B2E"/>
                </a:solidFill>
                <a:latin typeface="Arial"/>
              </a:rPr>
              <a:t>ANSWER</a:t>
            </a:r>
          </a:p>
        </p:txBody>
      </p:sp>
      <p:sp>
        <p:nvSpPr>
          <p:cNvPr id="22" name="TextBox 21"/>
          <p:cNvSpPr txBox="1"/>
          <p:nvPr/>
        </p:nvSpPr>
        <p:spPr>
          <a:xfrm>
            <a:off x="967169" y="4909947"/>
            <a:ext cx="5752583" cy="954596"/>
          </a:xfrm>
          <a:prstGeom prst="rect">
            <a:avLst/>
          </a:prstGeom>
          <a:noFill/>
        </p:spPr>
        <p:txBody>
          <a:bodyPr wrap="square" anchor="t"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3" name="TextBox 22"/>
          <p:cNvSpPr txBox="1"/>
          <p:nvPr/>
        </p:nvSpPr>
        <p:spPr>
          <a:xfrm>
            <a:off x="967169" y="5568315"/>
            <a:ext cx="5752583" cy="499396"/>
          </a:xfrm>
          <a:prstGeom prst="rect">
            <a:avLst/>
          </a:prstGeom>
          <a:noFill/>
        </p:spPr>
        <p:txBody>
          <a:bodyPr wrap="square" anchor="t"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4" name="Rounded Rectangle 23"/>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7276338" y="2820734"/>
            <a:ext cx="4235386" cy="2382488"/>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35791"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31595"/>
          </a:xfrm>
          <a:prstGeom prst="rect">
            <a:avLst/>
          </a:prstGeom>
          <a:noFill/>
        </p:spPr>
        <p:txBody>
          <a:bodyPr wrap="square" anchor="t"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78836"/>
            <a:ext cx="414528" cy="41452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78836"/>
            <a:ext cx="452628" cy="414528"/>
          </a:xfrm>
          <a:prstGeom prst="rect">
            <a:avLst/>
          </a:prstGeom>
          <a:noFill/>
        </p:spPr>
        <p:txBody>
          <a:bodyPr wrap="none" anchor="t"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351907" y="2814066"/>
            <a:ext cx="6207728" cy="543973"/>
          </a:xfrm>
          <a:prstGeom prst="rect">
            <a:avLst/>
          </a:prstGeom>
          <a:noFill/>
        </p:spPr>
        <p:txBody>
          <a:bodyPr wrap="none" anchor="t" lIns="219456" tIns="158496" rIns="219456" bIns="158496">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52063"/>
            <a:ext cx="414528" cy="41452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52063"/>
            <a:ext cx="452628" cy="414528"/>
          </a:xfrm>
          <a:prstGeom prst="rect">
            <a:avLst/>
          </a:prstGeom>
          <a:noFill/>
        </p:spPr>
        <p:txBody>
          <a:bodyPr wrap="none" anchor="t"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351907" y="3487293"/>
            <a:ext cx="6207728" cy="543973"/>
          </a:xfrm>
          <a:prstGeom prst="rect">
            <a:avLst/>
          </a:prstGeom>
          <a:noFill/>
        </p:spPr>
        <p:txBody>
          <a:bodyPr wrap="none" anchor="t" lIns="219456" tIns="158496" rIns="219456" bIns="158496">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t"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5667280" y="4496752"/>
            <a:ext cx="1172621" cy="455676"/>
          </a:xfrm>
          <a:prstGeom prst="rect">
            <a:avLst/>
          </a:prstGeom>
          <a:noFill/>
        </p:spPr>
        <p:txBody>
          <a:bodyPr wrap="square" anchor="t" lIns="0" tIns="0" rIns="0" bIns="0">
            <a:noAutofit/>
          </a:bodyPr>
          <a:lstStyle/>
          <a:p>
            <a:pPr algn="l">
              <a:lnSpc>
                <a:spcPts val="1295"/>
              </a:lnSpc>
              <a:spcBef>
                <a:spcPts val="0"/>
              </a:spcBef>
              <a:spcAft>
                <a:spcPts val="0"/>
              </a:spcAft>
            </a:pPr>
            <a:r>
              <a:rPr sz="1295" b="1" i="0" u="none" spc="129">
                <a:solidFill>
                  <a:srgbClr val="DA1B2E"/>
                </a:solidFill>
                <a:latin typeface="Arial"/>
              </a:rPr>
              <a:t>ANSWER</a:t>
            </a:r>
          </a:p>
        </p:txBody>
      </p:sp>
      <p:sp>
        <p:nvSpPr>
          <p:cNvPr id="18" name="TextBox 17"/>
          <p:cNvSpPr txBox="1"/>
          <p:nvPr/>
        </p:nvSpPr>
        <p:spPr>
          <a:xfrm>
            <a:off x="5667280" y="4824222"/>
            <a:ext cx="5719132" cy="988885"/>
          </a:xfrm>
          <a:prstGeom prst="rect">
            <a:avLst/>
          </a:prstGeom>
          <a:noFill/>
        </p:spPr>
        <p:txBody>
          <a:bodyPr wrap="square" anchor="t"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19" name="TextBox 18"/>
          <p:cNvSpPr txBox="1"/>
          <p:nvPr/>
        </p:nvSpPr>
        <p:spPr>
          <a:xfrm>
            <a:off x="5667280" y="5524024"/>
            <a:ext cx="5719132" cy="530828"/>
          </a:xfrm>
          <a:prstGeom prst="rect">
            <a:avLst/>
          </a:prstGeom>
          <a:noFill/>
        </p:spPr>
        <p:txBody>
          <a:bodyPr wrap="square" anchor="t"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0" name="Rounded Rectangle 19"/>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680180" y="2820734"/>
            <a:ext cx="4235386" cy="2382488"/>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94117"/>
            <a:ext cx="5476372" cy="3469767"/>
          </a:xfrm>
          <a:prstGeom prst="rect">
            <a:avLst/>
          </a:prstGeom>
          <a:noFill/>
        </p:spPr>
        <p:txBody>
          <a:bodyPr wrap="square" anchor="t" lIns="0" tIns="0" rIns="0" bIns="0">
            <a:noAutofit/>
          </a:bodyPr>
          <a:lstStyle/>
          <a:p>
            <a:pPr algn="l">
              <a:lnSpc>
                <a:spcPts val="1200"/>
              </a:lnSpc>
              <a:spcBef>
                <a:spcPts val="0"/>
              </a:spcBef>
              <a:spcAft>
                <a:spcPts val="0"/>
              </a:spcAft>
            </a:pPr>
            <a:r>
              <a:rPr sz="1200" b="0" i="0" u="none">
                <a:solidFill>
                  <a:srgbClr val="2A2626"/>
                </a:solidFill>
                <a:latin typeface="Arial"/>
              </a:rPr>
              <a:t>
</a:t>
            </a:r>
            <a:r>
              <a:rPr sz="1920" b="1" i="0" u="none">
                <a:solidFill>
                  <a:srgbClr val="D8D2CE"/>
                </a:solidFill>
                <a:latin typeface="Courier New"/>
                <a:hlinkClick r:id="rId2"/>
              </a:rPr>
              <a:t>01</a:t>
            </a:r>
            <a:r>
              <a:rPr sz="2592" b="1" i="0" u="none">
                <a:solidFill>
                  <a:srgbClr val="6E6663"/>
                </a:solidFill>
                <a:latin typeface="Arial"/>
                <a:hlinkClick r:id="rId2"/>
              </a:rPr>
              <a:t>Frames &amp; openers</a:t>
            </a:r>
            <a:r>
              <a:rPr sz="1200" b="0" i="0" u="none">
                <a:solidFill>
                  <a:srgbClr val="2A2626"/>
                </a:solidFill>
                <a:latin typeface="Arial"/>
              </a:rPr>
              <a:t>
</a:t>
            </a:r>
            <a:r>
              <a:rPr sz="1920" b="1" i="0" u="none">
                <a:solidFill>
                  <a:srgbClr val="D8D2CE"/>
                </a:solidFill>
                <a:latin typeface="Courier New"/>
                <a:hlinkClick r:id="rId3"/>
              </a:rPr>
              <a:t>02</a:t>
            </a:r>
            <a:r>
              <a:rPr sz="2592" b="1" i="0" u="none">
                <a:solidFill>
                  <a:srgbClr val="6E6663"/>
                </a:solidFill>
                <a:latin typeface="Arial"/>
                <a:hlinkClick r:id="rId3"/>
              </a:rPr>
              <a:t>Statement &amp; emphasis</a:t>
            </a:r>
            <a:r>
              <a:rPr sz="1200" b="0" i="0" u="none">
                <a:solidFill>
                  <a:srgbClr val="2A2626"/>
                </a:solidFill>
                <a:latin typeface="Arial"/>
              </a:rPr>
              <a:t>
</a:t>
            </a:r>
            <a:r>
              <a:rPr sz="1920" b="1" i="0" u="none">
                <a:solidFill>
                  <a:srgbClr val="D8D2CE"/>
                </a:solidFill>
                <a:latin typeface="Courier New"/>
                <a:hlinkClick r:id="rId4"/>
              </a:rPr>
              <a:t>03</a:t>
            </a:r>
            <a:r>
              <a:rPr sz="2592" b="1" i="0" u="none">
                <a:solidFill>
                  <a:srgbClr val="6E6663"/>
                </a:solidFill>
                <a:latin typeface="Arial"/>
                <a:hlinkClick r:id="rId4"/>
              </a:rPr>
              <a:t>Enumerations</a:t>
            </a:r>
            <a:r>
              <a:rPr sz="1200" b="0" i="0" u="none">
                <a:solidFill>
                  <a:srgbClr val="2A2626"/>
                </a:solidFill>
                <a:latin typeface="Arial"/>
              </a:rPr>
              <a:t>
</a:t>
            </a:r>
            <a:r>
              <a:rPr sz="1920" b="1" i="0" u="none">
                <a:solidFill>
                  <a:srgbClr val="D8D2CE"/>
                </a:solidFill>
                <a:latin typeface="Courier New"/>
                <a:hlinkClick r:id="rId5"/>
              </a:rPr>
              <a:t>04</a:t>
            </a:r>
            <a:r>
              <a:rPr sz="2592" b="1" i="0" u="none">
                <a:solidFill>
                  <a:srgbClr val="6E6663"/>
                </a:solidFill>
                <a:latin typeface="Arial"/>
                <a:hlinkClick r:id="rId5"/>
              </a:rPr>
              <a:t>Ordered &amp; comparison</a:t>
            </a:r>
            <a:r>
              <a:rPr sz="1200" b="0" i="0" u="none">
                <a:solidFill>
                  <a:srgbClr val="2A2626"/>
                </a:solidFill>
                <a:latin typeface="Arial"/>
              </a:rPr>
              <a:t>
</a:t>
            </a:r>
            <a:r>
              <a:rPr sz="1920" b="1" i="0" u="none">
                <a:solidFill>
                  <a:srgbClr val="D8D2CE"/>
                </a:solidFill>
                <a:latin typeface="Courier New"/>
                <a:hlinkClick r:id="rId6"/>
              </a:rPr>
              <a:t>05</a:t>
            </a:r>
            <a:r>
              <a:rPr sz="2592" b="1" i="0" u="none">
                <a:solidFill>
                  <a:srgbClr val="6E6663"/>
                </a:solidFill>
                <a:latin typeface="Arial"/>
                <a:hlinkClick r:id="rId6"/>
              </a:rPr>
              <a:t>Visual &amp; data</a:t>
            </a:r>
            <a:r>
              <a:rPr sz="1200" b="0" i="0" u="none">
                <a:solidFill>
                  <a:srgbClr val="2A2626"/>
                </a:solidFill>
                <a:latin typeface="Arial"/>
              </a:rPr>
              <a:t>
</a:t>
            </a:r>
            <a:r>
              <a:rPr sz="1920" b="1" i="0" u="none">
                <a:solidFill>
                  <a:srgbClr val="D8D2CE"/>
                </a:solidFill>
                <a:latin typeface="Courier New"/>
                <a:hlinkClick r:id="rId7"/>
              </a:rPr>
              <a:t>06</a:t>
            </a:r>
            <a:r>
              <a:rPr sz="2592" b="1" i="0" u="none">
                <a:solidFill>
                  <a:srgbClr val="6E6663"/>
                </a:solidFill>
                <a:latin typeface="Arial"/>
                <a:hlinkClick r:id="rId7"/>
              </a:rPr>
              <a:t>Interactive (quiz)</a:t>
            </a:r>
            <a:r>
              <a:rPr sz="1200" b="0" i="0" u="none">
                <a:solidFill>
                  <a:srgbClr val="2A2626"/>
                </a:solidFill>
                <a:latin typeface="Arial"/>
              </a:rPr>
              <a:t>
</a:t>
            </a:r>
            <a:r>
              <a:rPr sz="1920" b="1" i="0" u="none">
                <a:solidFill>
                  <a:srgbClr val="DA1B2E"/>
                </a:solidFill>
                <a:latin typeface="Courier New"/>
                <a:hlinkClick r:id="rId8"/>
              </a:rPr>
              <a:t>07</a:t>
            </a:r>
            <a:r>
              <a:rPr sz="2592" b="1" i="0" u="none">
                <a:solidFill>
                  <a:srgbClr val="1F1E1E"/>
                </a:solidFill>
                <a:latin typeface="Arial"/>
                <a:hlinkClick r:id="rId8"/>
              </a:rPr>
              <a:t>Closing</a:t>
            </a:r>
            <a:r>
              <a:rPr sz="1200" b="0" i="0" u="none">
                <a:solidFill>
                  <a:srgbClr val="2A2626"/>
                </a:solidFill>
                <a:latin typeface="Arial"/>
              </a:rPr>
              <a:t>
</a:t>
            </a:r>
          </a:p>
        </p:txBody>
      </p:sp>
      <p:sp>
        <p:nvSpPr>
          <p:cNvPr id="3" name="TextBox 2"/>
          <p:cNvSpPr txBox="1"/>
          <p:nvPr/>
        </p:nvSpPr>
        <p:spPr>
          <a:xfrm>
            <a:off x="9965341" y="2263807"/>
            <a:ext cx="1594104" cy="1514475"/>
          </a:xfrm>
          <a:prstGeom prst="rect">
            <a:avLst/>
          </a:prstGeom>
          <a:noFill/>
        </p:spPr>
        <p:txBody>
          <a:bodyPr wrap="none" anchor="t"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4" name="TextBox 3"/>
          <p:cNvSpPr txBox="1"/>
          <p:nvPr/>
        </p:nvSpPr>
        <p:spPr>
          <a:xfrm>
            <a:off x="6656832" y="3789140"/>
            <a:ext cx="4902708" cy="614362"/>
          </a:xfrm>
          <a:prstGeom prst="rect">
            <a:avLst/>
          </a:prstGeom>
          <a:noFill/>
        </p:spPr>
        <p:txBody>
          <a:bodyPr wrap="none" anchor="t"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699165"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78769"/>
          </a:xfrm>
          <a:prstGeom prst="rect">
            <a:avLst/>
          </a:prstGeom>
          <a:noFill/>
        </p:spPr>
        <p:txBody>
          <a:bodyPr wrap="square" anchor="t"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3634073"/>
            <a:ext cx="10886504" cy="757714"/>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70465" y="4568762"/>
            <a:ext cx="10886504" cy="757809"/>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70465" y="5503545"/>
            <a:ext cx="10886504" cy="744855"/>
          </a:xfrm>
          <a:prstGeom prst="rect">
            <a:avLst/>
          </a:prstGeom>
          <a:noFill/>
        </p:spPr>
        <p:txBody>
          <a:bodyPr wrap="none" anchor="t" lIns="292608" tIns="219456" rIns="292608" bIns="219456">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2539270" y="2192369"/>
            <a:ext cx="9017698" cy="223647"/>
          </a:xfrm>
          <a:prstGeom prst="rect">
            <a:avLst/>
          </a:prstGeom>
          <a:noFill/>
        </p:spPr>
        <p:txBody>
          <a:bodyPr wrap="none" anchor="t"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2539270" y="2580894"/>
            <a:ext cx="9133342" cy="411480"/>
          </a:xfrm>
          <a:prstGeom prst="rect">
            <a:avLst/>
          </a:prstGeom>
          <a:noFill/>
        </p:spPr>
        <p:txBody>
          <a:bodyPr wrap="square" anchor="t" lIns="0" tIns="0" rIns="0" bIns="0">
            <a:noAutofit/>
          </a:bodyPr>
          <a:lstStyle/>
          <a:p>
            <a:pPr algn="l">
              <a:lnSpc>
                <a:spcPts val="1164"/>
              </a:lnSpc>
              <a:spcBef>
                <a:spcPts val="0"/>
              </a:spcBef>
              <a:spcAft>
                <a:spcPts val="0"/>
              </a:spcAft>
            </a:pPr>
            <a:r>
              <a:rPr sz="2048" b="1" i="0" u="none">
                <a:solidFill>
                  <a:srgbClr val="1F1E1E"/>
                </a:solidFill>
                <a:latin typeface="Arial"/>
              </a:rPr>
              <a:t>Positive</a:t>
            </a:r>
            <a:r>
              <a:rPr sz="2048" b="1" i="0" u="none">
                <a:solidFill>
                  <a:srgbClr val="1F1E1E"/>
                </a:solidFill>
                <a:latin typeface="Arial"/>
              </a:rPr>
              <a:t>Negative</a:t>
            </a:r>
          </a:p>
        </p:txBody>
      </p:sp>
      <p:sp>
        <p:nvSpPr>
          <p:cNvPr id="8" name="TextBox 7"/>
          <p:cNvSpPr txBox="1"/>
          <p:nvPr/>
        </p:nvSpPr>
        <p:spPr>
          <a:xfrm>
            <a:off x="670465" y="4092416"/>
            <a:ext cx="261842" cy="1080992"/>
          </a:xfrm>
          <a:prstGeom prst="rect">
            <a:avLst/>
          </a:prstGeom>
          <a:noFill/>
        </p:spPr>
        <p:txBody>
          <a:bodyPr wrap="none" anchor="t"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9" name="TextBox 8"/>
          <p:cNvSpPr txBox="1"/>
          <p:nvPr/>
        </p:nvSpPr>
        <p:spPr>
          <a:xfrm>
            <a:off x="1058894" y="3004661"/>
            <a:ext cx="1354377" cy="3243739"/>
          </a:xfrm>
          <a:prstGeom prst="rect">
            <a:avLst/>
          </a:prstGeom>
          <a:noFill/>
        </p:spPr>
        <p:txBody>
          <a:bodyPr wrap="square" anchor="t" lIns="0" tIns="0" rIns="0" bIns="0">
            <a:noAutofit/>
          </a:bodyPr>
          <a:lstStyle/>
          <a:p>
            <a:pPr algn="l">
              <a:lnSpc>
                <a:spcPts val="1164"/>
              </a:lnSpc>
              <a:spcBef>
                <a:spcPts val="0"/>
              </a:spcBef>
              <a:spcAft>
                <a:spcPts val="0"/>
              </a:spcAft>
            </a:pPr>
            <a:r>
              <a:rPr sz="2048" b="1" i="0" u="none">
                <a:solidFill>
                  <a:srgbClr val="1F1E1E"/>
                </a:solidFill>
                <a:latin typeface="Arial"/>
              </a:rPr>
              <a:t>Positive</a:t>
            </a:r>
            <a:r>
              <a:rPr sz="2048" b="1" i="0" u="none">
                <a:solidFill>
                  <a:srgbClr val="1F1E1E"/>
                </a:solidFill>
                <a:latin typeface="Arial"/>
              </a:rPr>
              <a:t>Negative</a:t>
            </a:r>
          </a:p>
        </p:txBody>
      </p:sp>
      <p:sp>
        <p:nvSpPr>
          <p:cNvPr id="10" name="Rounded Rectangle 9"/>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2798350" y="3295364"/>
            <a:ext cx="3927348"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2" name="TextBox 11"/>
          <p:cNvSpPr txBox="1"/>
          <p:nvPr/>
        </p:nvSpPr>
        <p:spPr>
          <a:xfrm>
            <a:off x="2798350" y="3672173"/>
            <a:ext cx="3927348" cy="321469"/>
          </a:xfrm>
          <a:prstGeom prst="rect">
            <a:avLst/>
          </a:prstGeom>
          <a:noFill/>
        </p:spPr>
        <p:txBody>
          <a:bodyPr wrap="none" anchor="t"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3" name="Rounded Rectangle 12"/>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7370445" y="3295364"/>
            <a:ext cx="3927443"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5" name="TextBox 14"/>
          <p:cNvSpPr txBox="1"/>
          <p:nvPr/>
        </p:nvSpPr>
        <p:spPr>
          <a:xfrm>
            <a:off x="7370445" y="3672173"/>
            <a:ext cx="3966733" cy="642938"/>
          </a:xfrm>
          <a:prstGeom prst="rect">
            <a:avLst/>
          </a:prstGeom>
          <a:noFill/>
        </p:spPr>
        <p:txBody>
          <a:bodyPr wrap="square" anchor="t"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6" name="Rounded Rectangle 15"/>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2798350" y="5006054"/>
            <a:ext cx="3927348"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18" name="TextBox 17"/>
          <p:cNvSpPr txBox="1"/>
          <p:nvPr/>
        </p:nvSpPr>
        <p:spPr>
          <a:xfrm>
            <a:off x="2798350" y="5382863"/>
            <a:ext cx="3966637" cy="642938"/>
          </a:xfrm>
          <a:prstGeom prst="rect">
            <a:avLst/>
          </a:prstGeom>
          <a:noFill/>
        </p:spPr>
        <p:txBody>
          <a:bodyPr wrap="square" anchor="t"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19" name="Rounded Rectangle 18"/>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7370445" y="5006054"/>
            <a:ext cx="3927443" cy="294418"/>
          </a:xfrm>
          <a:prstGeom prst="rect">
            <a:avLst/>
          </a:prstGeom>
          <a:noFill/>
        </p:spPr>
        <p:txBody>
          <a:bodyPr wrap="none" anchor="t"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1" name="TextBox 20"/>
          <p:cNvSpPr txBox="1"/>
          <p:nvPr/>
        </p:nvSpPr>
        <p:spPr>
          <a:xfrm>
            <a:off x="7370445" y="5382863"/>
            <a:ext cx="3927443" cy="321469"/>
          </a:xfrm>
          <a:prstGeom prst="rect">
            <a:avLst/>
          </a:prstGeom>
          <a:noFill/>
        </p:spPr>
        <p:txBody>
          <a:bodyPr wrap="none" anchor="t"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1032887" cy="1106138"/>
          </a:xfrm>
          <a:prstGeom prst="rect">
            <a:avLst/>
          </a:prstGeom>
          <a:noFill/>
        </p:spPr>
        <p:txBody>
          <a:bodyPr wrap="square" anchor="t"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900"/>
            <a:ext cx="486823" cy="486823"/>
          </a:xfrm>
          <a:prstGeom prst="rect">
            <a:avLst/>
          </a:prstGeom>
        </p:spPr>
      </p:pic>
      <p:sp>
        <p:nvSpPr>
          <p:cNvPr id="7" name="TextBox 6"/>
          <p:cNvSpPr txBox="1"/>
          <p:nvPr/>
        </p:nvSpPr>
        <p:spPr>
          <a:xfrm>
            <a:off x="1501426" y="2632900"/>
            <a:ext cx="1521631" cy="924401"/>
          </a:xfrm>
          <a:prstGeom prst="rect">
            <a:avLst/>
          </a:prstGeom>
          <a:noFill/>
        </p:spPr>
        <p:txBody>
          <a:bodyPr wrap="square" anchor="t"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10306"/>
            <a:ext cx="1521631" cy="1120616"/>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900"/>
            <a:ext cx="486823" cy="486823"/>
          </a:xfrm>
          <a:prstGeom prst="rect">
            <a:avLst/>
          </a:prstGeom>
        </p:spPr>
      </p:pic>
      <p:sp>
        <p:nvSpPr>
          <p:cNvPr id="11" name="TextBox 10"/>
          <p:cNvSpPr txBox="1"/>
          <p:nvPr/>
        </p:nvSpPr>
        <p:spPr>
          <a:xfrm>
            <a:off x="4198715" y="2632900"/>
            <a:ext cx="1521728" cy="924401"/>
          </a:xfrm>
          <a:prstGeom prst="rect">
            <a:avLst/>
          </a:prstGeom>
          <a:noFill/>
        </p:spPr>
        <p:txBody>
          <a:bodyPr wrap="square" anchor="t"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10306"/>
            <a:ext cx="1521728" cy="1227010"/>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874"/>
            <a:ext cx="486823" cy="486823"/>
          </a:xfrm>
          <a:prstGeom prst="rect">
            <a:avLst/>
          </a:prstGeom>
        </p:spPr>
      </p:pic>
      <p:sp>
        <p:nvSpPr>
          <p:cNvPr id="15" name="TextBox 14"/>
          <p:cNvSpPr txBox="1"/>
          <p:nvPr/>
        </p:nvSpPr>
        <p:spPr>
          <a:xfrm>
            <a:off x="1501426" y="5091874"/>
            <a:ext cx="4215956" cy="267748"/>
          </a:xfrm>
          <a:prstGeom prst="rect">
            <a:avLst/>
          </a:prstGeom>
          <a:noFill/>
        </p:spPr>
        <p:txBody>
          <a:bodyPr wrap="none" anchor="t"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01532"/>
            <a:ext cx="4259573" cy="490823"/>
          </a:xfrm>
          <a:prstGeom prst="rect">
            <a:avLst/>
          </a:prstGeom>
          <a:noFill/>
        </p:spPr>
        <p:txBody>
          <a:bodyPr wrap="square" anchor="t"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479072"/>
          </a:xfrm>
          <a:prstGeom prst="roundRect">
            <a:avLst>
              <a:gd name="adj" fmla="val 7868"/>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29089"/>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657666"/>
            <a:ext cx="5193220"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55926"/>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55926"/>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55926"/>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818495" y="2435542"/>
            <a:ext cx="561118" cy="124587"/>
          </a:xfrm>
          <a:prstGeom prst="rect">
            <a:avLst/>
          </a:prstGeom>
          <a:noFill/>
        </p:spPr>
        <p:txBody>
          <a:bodyPr wrap="none" anchor="t" lIns="0" tIns="0" rIns="0" bIns="0">
            <a:noAutofit/>
          </a:bodyPr>
          <a:lstStyle/>
          <a:p>
            <a:pPr algn="l">
              <a:lnSpc>
                <a:spcPts val="980"/>
              </a:lnSpc>
              <a:spcBef>
                <a:spcPts val="0"/>
              </a:spcBef>
              <a:spcAft>
                <a:spcPts val="0"/>
              </a:spcAft>
            </a:pPr>
            <a:r>
              <a:rPr sz="980" b="0" i="0" u="none" spc="98">
                <a:solidFill>
                  <a:srgbClr val="8A8A94"/>
                </a:solidFill>
                <a:latin typeface="Courier New"/>
              </a:rPr>
              <a:t>PYTHON</a:t>
            </a:r>
          </a:p>
        </p:txBody>
      </p:sp>
      <p:sp>
        <p:nvSpPr>
          <p:cNvPr id="24" name="TextBox 23"/>
          <p:cNvSpPr txBox="1"/>
          <p:nvPr/>
        </p:nvSpPr>
        <p:spPr>
          <a:xfrm>
            <a:off x="6318790" y="2667190"/>
            <a:ext cx="5290169" cy="2140458"/>
          </a:xfrm>
          <a:prstGeom prst="rect">
            <a:avLst/>
          </a:prstGeom>
          <a:noFill/>
        </p:spPr>
        <p:txBody>
          <a:bodyPr wrap="square" anchor="t" lIns="243840" tIns="219456" rIns="243840" bIns="219456">
            <a:noAutofit/>
          </a:bodyPr>
          <a:lstStyle/>
          <a:p>
            <a:pPr algn="l">
              <a:lnSpc>
                <a:spcPts val="2664"/>
              </a:lnSpc>
              <a:spcBef>
                <a:spcPts val="0"/>
              </a:spcBef>
              <a:spcAft>
                <a:spcPts val="0"/>
              </a:spcAft>
            </a:pPr>
            <a:r>
              <a:rPr sz="1776" b="0" i="0" u="none">
                <a:solidFill>
                  <a:srgbClr val="D4D4D4"/>
                </a:solidFill>
                <a:latin typeface="Courier New"/>
              </a:rPr>
              <a:t>scaler = StandardScaler()</a:t>
            </a:r>
          </a:p>
          <a:p>
            <a:pPr algn="l">
              <a:lnSpc>
                <a:spcPts val="2664"/>
              </a:lnSpc>
              <a:spcBef>
                <a:spcPts val="0"/>
              </a:spcBef>
              <a:spcAft>
                <a:spcPts val="0"/>
              </a:spcAft>
            </a:pPr>
            <a:r>
              <a:rPr sz="1776" b="0" i="0" u="none">
                <a:solidFill>
                  <a:srgbClr val="D4D4D4"/>
                </a:solidFill>
                <a:latin typeface="Courier New"/>
              </a:rPr>
              <a:t>scaler.fit(X_train)            </a:t>
            </a:r>
            <a:r>
              <a:rPr sz="1776" b="0" i="1" u="none">
                <a:solidFill>
                  <a:srgbClr val="6A9955"/>
                </a:solidFill>
                <a:latin typeface="Courier New"/>
              </a:rPr>
              <a:t># train only</a:t>
            </a:r>
          </a:p>
          <a:p>
            <a:pPr algn="l">
              <a:lnSpc>
                <a:spcPts val="2664"/>
              </a:lnSpc>
              <a:spcBef>
                <a:spcPts val="0"/>
              </a:spcBef>
              <a:spcAft>
                <a:spcPts val="0"/>
              </a:spcAft>
            </a:pPr>
            <a:r>
              <a:rPr sz="1776" b="0" i="0" u="none">
                <a:solidFill>
                  <a:srgbClr val="D4D4D4"/>
                </a:solidFill>
                <a:latin typeface="Courier New"/>
              </a:rPr>
              <a:t>X_val  = scaler.transform(X_val)</a:t>
            </a:r>
          </a:p>
          <a:p>
            <a:pPr algn="l">
              <a:lnSpc>
                <a:spcPts val="2664"/>
              </a:lnSpc>
              <a:spcBef>
                <a:spcPts val="0"/>
              </a:spcBef>
              <a:spcAft>
                <a:spcPts val="0"/>
              </a:spcAft>
            </a:pPr>
            <a:r>
              <a:rPr sz="1776" b="0" i="0" u="none">
                <a:solidFill>
                  <a:srgbClr val="D4D4D4"/>
                </a:solidFill>
                <a:latin typeface="Courier New"/>
              </a:rPr>
              <a:t>X_test = scaler.transform(X_test)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898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54460"/>
            <a:ext cx="1533909"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2993041"/>
            <a:ext cx="1533909" cy="2138839"/>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54460"/>
            <a:ext cx="1172524" cy="1166717"/>
          </a:xfrm>
          <a:prstGeom prst="rect">
            <a:avLst/>
          </a:prstGeom>
          <a:noFill/>
        </p:spPr>
        <p:txBody>
          <a:bodyPr wrap="square" anchor="t"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2993041"/>
            <a:ext cx="1172524" cy="2851594"/>
          </a:xfrm>
          <a:prstGeom prst="rect">
            <a:avLst/>
          </a:prstGeom>
          <a:noFill/>
        </p:spPr>
        <p:txBody>
          <a:bodyPr wrap="square" anchor="t"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4619315" cy="638842"/>
          </a:xfrm>
          <a:prstGeom prst="rect">
            <a:avLst/>
          </a:prstGeom>
          <a:noFill/>
        </p:spPr>
        <p:txBody>
          <a:bodyPr wrap="square" anchor="t" lIns="0" tIns="0" rIns="0" bIns="64374">
            <a:noAutofit/>
          </a:bodyPr>
          <a:lstStyle/>
          <a:p>
            <a:pPr algn="l">
              <a:lnSpc>
                <a:spcPts val="2112"/>
              </a:lnSpc>
              <a:spcBef>
                <a:spcPts val="0"/>
              </a:spcBef>
              <a:spcAft>
                <a:spcPts val="0"/>
              </a:spcAft>
            </a:pPr>
            <a:r>
              <a:rPr sz="2112" b="1" i="0" u="none">
                <a:solidFill>
                  <a:srgbClr val="1F1E1E"/>
                </a:solidFill>
                <a:latin typeface="Arial"/>
              </a:rPr>
              <a:t>Situation</a:t>
            </a:r>
            <a:r>
              <a:rPr sz="2112" b="1" i="0" u="none">
                <a:solidFill>
                  <a:srgbClr val="1F1E1E"/>
                </a:solidFill>
                <a:latin typeface="Arial"/>
              </a:rPr>
              <a:t>Reach for</a:t>
            </a:r>
          </a:p>
        </p:txBody>
      </p:sp>
      <p:sp>
        <p:nvSpPr>
          <p:cNvPr id="16" name="TextBox 15"/>
          <p:cNvSpPr txBox="1"/>
          <p:nvPr/>
        </p:nvSpPr>
        <p:spPr>
          <a:xfrm>
            <a:off x="6989159" y="2274856"/>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7" name="Rounded Rectangle 16"/>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334214" y="2274856"/>
            <a:ext cx="2225326"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L2</a:t>
            </a:r>
          </a:p>
        </p:txBody>
      </p:sp>
      <p:sp>
        <p:nvSpPr>
          <p:cNvPr id="19" name="TextBox 18"/>
          <p:cNvSpPr txBox="1"/>
          <p:nvPr/>
        </p:nvSpPr>
        <p:spPr>
          <a:xfrm>
            <a:off x="6989159" y="2951226"/>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0" name="Rounded Rectangle 19"/>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334214" y="2951226"/>
            <a:ext cx="2225326" cy="547688"/>
          </a:xfrm>
          <a:prstGeom prst="rect">
            <a:avLst/>
          </a:prstGeom>
          <a:noFill/>
        </p:spPr>
        <p:txBody>
          <a:bodyPr wrap="non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2" name="TextBox 21"/>
          <p:cNvSpPr txBox="1"/>
          <p:nvPr/>
        </p:nvSpPr>
        <p:spPr>
          <a:xfrm>
            <a:off x="6989159" y="3751040"/>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3" name="Rounded Rectangle 22"/>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334214" y="3627692"/>
            <a:ext cx="2239084"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5" name="TextBox 24"/>
          <p:cNvSpPr txBox="1"/>
          <p:nvPr/>
        </p:nvSpPr>
        <p:spPr>
          <a:xfrm>
            <a:off x="6989159" y="4674203"/>
            <a:ext cx="2225326" cy="547688"/>
          </a:xfrm>
          <a:prstGeom prst="rect">
            <a:avLst/>
          </a:prstGeom>
          <a:noFill/>
        </p:spPr>
        <p:txBody>
          <a:bodyPr wrap="none" anchor="t" lIns="0" tIns="150527" rIns="192477" bIns="150527">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6" name="Rounded Rectangle 25"/>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9334214" y="4550854"/>
            <a:ext cx="2239084" cy="794480"/>
          </a:xfrm>
          <a:prstGeom prst="rect">
            <a:avLst/>
          </a:prstGeom>
          <a:noFill/>
        </p:spPr>
        <p:txBody>
          <a:bodyPr wrap="square" anchor="t" lIns="192477" tIns="150527" rIns="192477" bIns="150527">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2171224"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53635"/>
            <a:ext cx="10889170" cy="221932"/>
          </a:xfrm>
          <a:prstGeom prst="rect">
            <a:avLst/>
          </a:prstGeom>
          <a:noFill/>
        </p:spPr>
        <p:txBody>
          <a:bodyPr wrap="none" anchor="t"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494693"/>
            <a:ext cx="5307378" cy="1188530"/>
          </a:xfrm>
          <a:prstGeom prst="rect">
            <a:avLst/>
          </a:prstGeom>
          <a:noFill/>
        </p:spPr>
        <p:txBody>
          <a:bodyPr wrap="square" anchor="t" lIns="292608"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70465" y="4048887"/>
            <a:ext cx="2514715" cy="1749171"/>
          </a:xfrm>
          <a:prstGeom prst="rect">
            <a:avLst/>
          </a:prstGeom>
          <a:noFill/>
        </p:spPr>
        <p:txBody>
          <a:bodyPr wrap="square" anchor="t" lIns="219456" tIns="243840" rIns="219456" bIns="243840">
            <a:noAutofit/>
          </a:bodyPr>
          <a:lstStyle/>
          <a:p>
            <a:pPr algn="l">
              <a:lnSpc>
                <a:spcPts val="1200"/>
              </a:lnSpc>
              <a:spcBef>
                <a:spcPts val="0"/>
              </a:spcBef>
              <a:spcAft>
                <a:spcPts val="0"/>
              </a:spcAft>
            </a:pPr>
            <a:r>
              <a:rPr sz="4800" b="1" i="0" u="none" spc="-96">
                <a:solidFill>
                  <a:srgbClr val="DA1B2E"/>
                </a:solidFill>
                <a:latin typeface="Arial"/>
              </a:rPr>
              <a:t>99%</a:t>
            </a:r>
            <a:r>
              <a:rPr sz="1823" b="0" i="0" u="none">
                <a:solidFill>
                  <a:srgbClr val="3B3535"/>
                </a:solidFill>
                <a:latin typeface="Arial"/>
              </a:rPr>
              <a:t>accuracy on the imbalanced set</a:t>
            </a:r>
          </a:p>
        </p:txBody>
      </p:sp>
      <p:sp>
        <p:nvSpPr>
          <p:cNvPr id="10" name="Rounded Rectangle 9"/>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3421856" y="4048887"/>
            <a:ext cx="2514715" cy="1749171"/>
          </a:xfrm>
          <a:prstGeom prst="rect">
            <a:avLst/>
          </a:prstGeom>
          <a:noFill/>
        </p:spPr>
        <p:txBody>
          <a:bodyPr wrap="square" anchor="t" lIns="219456" tIns="243840" rIns="219456" bIns="243840">
            <a:noAutofit/>
          </a:bodyPr>
          <a:lstStyle/>
          <a:p>
            <a:pPr algn="l">
              <a:lnSpc>
                <a:spcPts val="1200"/>
              </a:lnSpc>
              <a:spcBef>
                <a:spcPts val="0"/>
              </a:spcBef>
              <a:spcAft>
                <a:spcPts val="0"/>
              </a:spcAft>
            </a:pPr>
            <a:r>
              <a:rPr sz="4800" b="1" i="0" u="none" spc="-96">
                <a:solidFill>
                  <a:srgbClr val="DA1B2E"/>
                </a:solidFill>
                <a:latin typeface="Arial"/>
              </a:rPr>
              <a:t>0 / 100</a:t>
            </a:r>
            <a:r>
              <a:rPr sz="1823" b="0" i="0" u="none">
                <a:solidFill>
                  <a:srgbClr val="3B3535"/>
                </a:solidFill>
                <a:latin typeface="Arial"/>
              </a:rPr>
              <a:t>frauds actually caught</a:t>
            </a:r>
          </a:p>
        </p:txBody>
      </p:sp>
      <p:sp>
        <p:nvSpPr>
          <p:cNvPr id="12" name="Rounded Rectangle 11"/>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309265" y="2192369"/>
            <a:ext cx="5990026" cy="4056031"/>
          </a:xfrm>
          <a:prstGeom prst="rect">
            <a:avLst/>
          </a:prstGeom>
          <a:noFill/>
        </p:spPr>
        <p:txBody>
          <a:bodyPr wrap="square" anchor="t" lIns="0" tIns="0" rIns="0" bIns="0">
            <a:noAutofit/>
          </a:bodyPr>
          <a:lstStyle/>
          <a:p>
            <a:pPr algn="l">
              <a:lnSpc>
                <a:spcPts val="1200"/>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20919"/>
            <a:ext cx="9369933"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862072"/>
            <a:ext cx="9369933" cy="1097280"/>
          </a:xfrm>
          <a:prstGeom prst="rect">
            <a:avLst/>
          </a:prstGeom>
          <a:noFill/>
        </p:spPr>
        <p:txBody>
          <a:bodyPr wrap="none" anchor="t"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52055"/>
            <a:ext cx="9490860" cy="585216"/>
          </a:xfrm>
          <a:prstGeom prst="rect">
            <a:avLst/>
          </a:prstGeom>
          <a:noFill/>
        </p:spPr>
        <p:txBody>
          <a:bodyPr wrap="square" anchor="t"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670465" y="514826"/>
            <a:ext cx="1164908" cy="342043"/>
          </a:xfrm>
          <a:prstGeom prst="rect">
            <a:avLst/>
          </a:prstGeom>
          <a:noFill/>
        </p:spPr>
        <p:txBody>
          <a:bodyPr wrap="none" anchor="t" lIns="170688" tIns="85344" rIns="170688" bIns="85344">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905637"/>
            <a:ext cx="10889170" cy="553022"/>
          </a:xfrm>
          <a:prstGeom prst="rect">
            <a:avLst/>
          </a:prstGeom>
          <a:noFill/>
        </p:spPr>
        <p:txBody>
          <a:bodyPr wrap="none" anchor="t"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64060"/>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90684"/>
            <a:ext cx="4743260" cy="256032"/>
          </a:xfrm>
          <a:prstGeom prst="rect">
            <a:avLst/>
          </a:prstGeom>
          <a:noFill/>
        </p:spPr>
        <p:txBody>
          <a:bodyPr wrap="none" anchor="t"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64060"/>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90684"/>
            <a:ext cx="4794787" cy="511969"/>
          </a:xfrm>
          <a:prstGeom prst="rect">
            <a:avLst/>
          </a:prstGeom>
          <a:noFill/>
        </p:spPr>
        <p:txBody>
          <a:bodyPr wrap="square" anchor="t"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214366"/>
            <a:ext cx="4743260" cy="329184"/>
          </a:xfrm>
          <a:prstGeom prst="rect">
            <a:avLst/>
          </a:prstGeom>
          <a:noFill/>
        </p:spPr>
        <p:txBody>
          <a:bodyPr wrap="none" anchor="t"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40991"/>
            <a:ext cx="4743260" cy="256032"/>
          </a:xfrm>
          <a:prstGeom prst="rect">
            <a:avLst/>
          </a:prstGeom>
          <a:noFill/>
        </p:spPr>
        <p:txBody>
          <a:bodyPr wrap="none" anchor="t"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