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image" Target="../media/image44.png"/><Relationship Id="rId9" Type="http://schemas.openxmlformats.org/officeDocument/2006/relationships/image" Target="../media/image29.png"/><Relationship Id="rId10"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hyperlink" Target="https://www.who.int" TargetMode="External"/><Relationship Id="rId8" Type="http://schemas.openxmlformats.org/officeDocument/2006/relationships/image" Target="../media/image66.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17.png"/><Relationship Id="rId5" Type="http://schemas.openxmlformats.org/officeDocument/2006/relationships/image" Target="../media/image71.png"/><Relationship Id="rId6" Type="http://schemas.openxmlformats.org/officeDocument/2006/relationships/image" Target="../media/image45.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70.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8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8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8.png"/><Relationship Id="rId5" Type="http://schemas.openxmlformats.org/officeDocument/2006/relationships/image" Target="../media/image8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77.png"/><Relationship Id="rId4" Type="http://schemas.openxmlformats.org/officeDocument/2006/relationships/image" Target="../media/image90.png"/><Relationship Id="rId5" Type="http://schemas.openxmlformats.org/officeDocument/2006/relationships/image" Target="../media/image46.png"/><Relationship Id="rId6" Type="http://schemas.openxmlformats.org/officeDocument/2006/relationships/image" Target="../media/image91.png"/><Relationship Id="rId7" Type="http://schemas.openxmlformats.org/officeDocument/2006/relationships/image" Target="../media/image7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hyperlink" Target="https://www.who.int" TargetMode="External"/><Relationship Id="rId5" Type="http://schemas.openxmlformats.org/officeDocument/2006/relationships/image" Target="../media/image94.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68.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hyperlink" Target="https://www.who.int" TargetMode="External"/><Relationship Id="rId5" Type="http://schemas.openxmlformats.org/officeDocument/2006/relationships/image" Target="../media/image95.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hyperlink" Target="https://www.who.int" TargetMode="External"/><Relationship Id="rId5" Type="http://schemas.openxmlformats.org/officeDocument/2006/relationships/image" Target="../media/image52.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6.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7.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45.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101.png"/><Relationship Id="rId4" Type="http://schemas.openxmlformats.org/officeDocument/2006/relationships/image" Target="../media/image10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78.png"/><Relationship Id="rId4"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0922" y="345338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751" y="345338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775555"/>
            <a:ext cx="10887075" cy="202882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3703606"/>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1775555"/>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2068163"/>
            <a:ext cx="560832" cy="560832"/>
          </a:xfrm>
          <a:prstGeom prst="rect">
            <a:avLst/>
          </a:prstGeom>
        </p:spPr>
      </p:pic>
      <p:sp>
        <p:nvSpPr>
          <p:cNvPr id="7" name="TextBox 6"/>
          <p:cNvSpPr txBox="1"/>
          <p:nvPr/>
        </p:nvSpPr>
        <p:spPr>
          <a:xfrm>
            <a:off x="1816322" y="2096738"/>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1775555"/>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2068163"/>
            <a:ext cx="560832" cy="560832"/>
          </a:xfrm>
          <a:prstGeom prst="rect">
            <a:avLst/>
          </a:prstGeom>
        </p:spPr>
      </p:pic>
      <p:sp>
        <p:nvSpPr>
          <p:cNvPr id="7" name="TextBox 6"/>
          <p:cNvSpPr txBox="1"/>
          <p:nvPr/>
        </p:nvSpPr>
        <p:spPr>
          <a:xfrm>
            <a:off x="1816322" y="2096738"/>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1775555"/>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2068163"/>
            <a:ext cx="560832" cy="560832"/>
          </a:xfrm>
          <a:prstGeom prst="rect">
            <a:avLst/>
          </a:prstGeom>
        </p:spPr>
      </p:pic>
      <p:sp>
        <p:nvSpPr>
          <p:cNvPr id="7" name="TextBox 6"/>
          <p:cNvSpPr txBox="1"/>
          <p:nvPr/>
        </p:nvSpPr>
        <p:spPr>
          <a:xfrm>
            <a:off x="1816322" y="2096738"/>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342" y="3760565"/>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328577"/>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69858"/>
            <a:ext cx="707041" cy="707041"/>
          </a:xfrm>
          <a:prstGeom prst="rect">
            <a:avLst/>
          </a:prstGeom>
        </p:spPr>
      </p:pic>
      <p:sp>
        <p:nvSpPr>
          <p:cNvPr id="7" name="TextBox 6"/>
          <p:cNvSpPr txBox="1"/>
          <p:nvPr/>
        </p:nvSpPr>
        <p:spPr>
          <a:xfrm>
            <a:off x="18772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138678"/>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328577"/>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669858"/>
            <a:ext cx="707041" cy="707041"/>
          </a:xfrm>
          <a:prstGeom prst="rect">
            <a:avLst/>
          </a:prstGeom>
        </p:spPr>
      </p:pic>
      <p:sp>
        <p:nvSpPr>
          <p:cNvPr id="11" name="TextBox 10"/>
          <p:cNvSpPr txBox="1"/>
          <p:nvPr/>
        </p:nvSpPr>
        <p:spPr>
          <a:xfrm>
            <a:off x="74358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138678"/>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32857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69858"/>
            <a:ext cx="707041" cy="707041"/>
          </a:xfrm>
          <a:prstGeom prst="rect">
            <a:avLst/>
          </a:prstGeom>
        </p:spPr>
      </p:pic>
      <p:sp>
        <p:nvSpPr>
          <p:cNvPr id="7" name="TextBox 6"/>
          <p:cNvSpPr txBox="1"/>
          <p:nvPr/>
        </p:nvSpPr>
        <p:spPr>
          <a:xfrm>
            <a:off x="18772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138678"/>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32857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669858"/>
            <a:ext cx="707041" cy="707041"/>
          </a:xfrm>
          <a:prstGeom prst="rect">
            <a:avLst/>
          </a:prstGeom>
        </p:spPr>
      </p:pic>
      <p:sp>
        <p:nvSpPr>
          <p:cNvPr id="11" name="TextBox 10"/>
          <p:cNvSpPr txBox="1"/>
          <p:nvPr/>
        </p:nvSpPr>
        <p:spPr>
          <a:xfrm>
            <a:off x="74358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138678"/>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441888"/>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783169"/>
            <a:ext cx="707041" cy="707041"/>
          </a:xfrm>
          <a:prstGeom prst="rect">
            <a:avLst/>
          </a:prstGeom>
        </p:spPr>
      </p:pic>
      <p:sp>
        <p:nvSpPr>
          <p:cNvPr id="15" name="TextBox 14"/>
          <p:cNvSpPr txBox="1"/>
          <p:nvPr/>
        </p:nvSpPr>
        <p:spPr>
          <a:xfrm>
            <a:off x="1877282" y="4773644"/>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251990"/>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2745391"/>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7700"/>
            <a:ext cx="377857" cy="377857"/>
          </a:xfrm>
          <a:prstGeom prst="rect">
            <a:avLst/>
          </a:prstGeom>
        </p:spPr>
      </p:pic>
      <p:sp>
        <p:nvSpPr>
          <p:cNvPr id="9" name="TextBox 8"/>
          <p:cNvSpPr txBox="1"/>
          <p:nvPr/>
        </p:nvSpPr>
        <p:spPr>
          <a:xfrm>
            <a:off x="1218914" y="2937700"/>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3404997"/>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2745391"/>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2745391"/>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2937700"/>
            <a:ext cx="377857" cy="377857"/>
          </a:xfrm>
          <a:prstGeom prst="rect">
            <a:avLst/>
          </a:prstGeom>
        </p:spPr>
      </p:pic>
      <p:sp>
        <p:nvSpPr>
          <p:cNvPr id="14" name="TextBox 13"/>
          <p:cNvSpPr txBox="1"/>
          <p:nvPr/>
        </p:nvSpPr>
        <p:spPr>
          <a:xfrm>
            <a:off x="4957000" y="2937700"/>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3404997"/>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2745391"/>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2745391"/>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2937700"/>
            <a:ext cx="377857" cy="377857"/>
          </a:xfrm>
          <a:prstGeom prst="rect">
            <a:avLst/>
          </a:prstGeom>
        </p:spPr>
      </p:pic>
      <p:sp>
        <p:nvSpPr>
          <p:cNvPr id="19" name="TextBox 18"/>
          <p:cNvSpPr txBox="1"/>
          <p:nvPr/>
        </p:nvSpPr>
        <p:spPr>
          <a:xfrm>
            <a:off x="8695277" y="2937700"/>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3404997"/>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296732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96732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159633"/>
            <a:ext cx="377857" cy="377857"/>
          </a:xfrm>
          <a:prstGeom prst="rect">
            <a:avLst/>
          </a:prstGeom>
        </p:spPr>
      </p:pic>
      <p:sp>
        <p:nvSpPr>
          <p:cNvPr id="9" name="TextBox 8"/>
          <p:cNvSpPr txBox="1"/>
          <p:nvPr/>
        </p:nvSpPr>
        <p:spPr>
          <a:xfrm>
            <a:off x="1218914" y="315963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626929"/>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296732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296732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159633"/>
            <a:ext cx="377857" cy="377857"/>
          </a:xfrm>
          <a:prstGeom prst="rect">
            <a:avLst/>
          </a:prstGeom>
        </p:spPr>
      </p:pic>
      <p:sp>
        <p:nvSpPr>
          <p:cNvPr id="14" name="TextBox 13"/>
          <p:cNvSpPr txBox="1"/>
          <p:nvPr/>
        </p:nvSpPr>
        <p:spPr>
          <a:xfrm>
            <a:off x="6826186" y="315963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626929"/>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67096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67096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863274"/>
            <a:ext cx="377857" cy="377857"/>
          </a:xfrm>
          <a:prstGeom prst="rect">
            <a:avLst/>
          </a:prstGeom>
        </p:spPr>
      </p:pic>
      <p:sp>
        <p:nvSpPr>
          <p:cNvPr id="19" name="TextBox 18"/>
          <p:cNvSpPr txBox="1"/>
          <p:nvPr/>
        </p:nvSpPr>
        <p:spPr>
          <a:xfrm>
            <a:off x="1218914" y="486327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33057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67096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67096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863274"/>
            <a:ext cx="377857" cy="377857"/>
          </a:xfrm>
          <a:prstGeom prst="rect">
            <a:avLst/>
          </a:prstGeom>
        </p:spPr>
      </p:pic>
      <p:sp>
        <p:nvSpPr>
          <p:cNvPr id="24" name="TextBox 23"/>
          <p:cNvSpPr txBox="1"/>
          <p:nvPr/>
        </p:nvSpPr>
        <p:spPr>
          <a:xfrm>
            <a:off x="6826186" y="486327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33057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list</a:t>
            </a:r>
          </a:p>
        </p:txBody>
      </p:sp>
      <p:sp>
        <p:nvSpPr>
          <p:cNvPr id="35" name="TextBox 34"/>
          <p:cNvSpPr txBox="1"/>
          <p:nvPr/>
        </p:nvSpPr>
        <p:spPr>
          <a:xfrm>
            <a:off x="8665845"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vertical format has the room prose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892076"/>
            <a:ext cx="298228" cy="298228"/>
          </a:xfrm>
          <a:prstGeom prst="rect">
            <a:avLst/>
          </a:prstGeom>
        </p:spPr>
      </p:pic>
      <p:sp>
        <p:nvSpPr>
          <p:cNvPr id="9" name="TextBox 8"/>
          <p:cNvSpPr txBox="1"/>
          <p:nvPr/>
        </p:nvSpPr>
        <p:spPr>
          <a:xfrm>
            <a:off x="1094994"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265551"/>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892076"/>
            <a:ext cx="298228" cy="298228"/>
          </a:xfrm>
          <a:prstGeom prst="rect">
            <a:avLst/>
          </a:prstGeom>
        </p:spPr>
      </p:pic>
      <p:sp>
        <p:nvSpPr>
          <p:cNvPr id="14" name="TextBox 13"/>
          <p:cNvSpPr txBox="1"/>
          <p:nvPr/>
        </p:nvSpPr>
        <p:spPr>
          <a:xfrm>
            <a:off x="3893248"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265551"/>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892076"/>
            <a:ext cx="298228" cy="298228"/>
          </a:xfrm>
          <a:prstGeom prst="rect">
            <a:avLst/>
          </a:prstGeom>
        </p:spPr>
      </p:pic>
      <p:sp>
        <p:nvSpPr>
          <p:cNvPr id="19" name="TextBox 18"/>
          <p:cNvSpPr txBox="1"/>
          <p:nvPr/>
        </p:nvSpPr>
        <p:spPr>
          <a:xfrm>
            <a:off x="6691598"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265551"/>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892076"/>
            <a:ext cx="298228" cy="298228"/>
          </a:xfrm>
          <a:prstGeom prst="rect">
            <a:avLst/>
          </a:prstGeom>
        </p:spPr>
      </p:pic>
      <p:sp>
        <p:nvSpPr>
          <p:cNvPr id="24" name="TextBox 23"/>
          <p:cNvSpPr txBox="1"/>
          <p:nvPr/>
        </p:nvSpPr>
        <p:spPr>
          <a:xfrm>
            <a:off x="9489948"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265551"/>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474559"/>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474559"/>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762310"/>
            <a:ext cx="298228" cy="298228"/>
          </a:xfrm>
          <a:prstGeom prst="rect">
            <a:avLst/>
          </a:prstGeom>
        </p:spPr>
      </p:pic>
      <p:sp>
        <p:nvSpPr>
          <p:cNvPr id="29" name="TextBox 28"/>
          <p:cNvSpPr txBox="1"/>
          <p:nvPr/>
        </p:nvSpPr>
        <p:spPr>
          <a:xfrm>
            <a:off x="2494026" y="4621244"/>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277040"/>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474559"/>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474559"/>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21244"/>
            <a:ext cx="298228" cy="298228"/>
          </a:xfrm>
          <a:prstGeom prst="rect">
            <a:avLst/>
          </a:prstGeom>
        </p:spPr>
      </p:pic>
      <p:sp>
        <p:nvSpPr>
          <p:cNvPr id="34" name="TextBox 33"/>
          <p:cNvSpPr txBox="1"/>
          <p:nvPr/>
        </p:nvSpPr>
        <p:spPr>
          <a:xfrm>
            <a:off x="5292376" y="4621244"/>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4994720"/>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474559"/>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474559"/>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21244"/>
            <a:ext cx="298228" cy="298228"/>
          </a:xfrm>
          <a:prstGeom prst="rect">
            <a:avLst/>
          </a:prstGeom>
        </p:spPr>
      </p:pic>
      <p:sp>
        <p:nvSpPr>
          <p:cNvPr id="39" name="TextBox 38"/>
          <p:cNvSpPr txBox="1"/>
          <p:nvPr/>
        </p:nvSpPr>
        <p:spPr>
          <a:xfrm>
            <a:off x="8090726" y="4621244"/>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4994720"/>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74539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890742"/>
            <a:ext cx="295466" cy="295466"/>
          </a:xfrm>
          <a:prstGeom prst="rect">
            <a:avLst/>
          </a:prstGeom>
        </p:spPr>
      </p:pic>
      <p:sp>
        <p:nvSpPr>
          <p:cNvPr id="9" name="TextBox 8"/>
          <p:cNvSpPr txBox="1"/>
          <p:nvPr/>
        </p:nvSpPr>
        <p:spPr>
          <a:xfrm>
            <a:off x="1090898" y="2890742"/>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260693"/>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74539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74539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890742"/>
            <a:ext cx="295466" cy="295466"/>
          </a:xfrm>
          <a:prstGeom prst="rect">
            <a:avLst/>
          </a:prstGeom>
        </p:spPr>
      </p:pic>
      <p:sp>
        <p:nvSpPr>
          <p:cNvPr id="14" name="TextBox 13"/>
          <p:cNvSpPr txBox="1"/>
          <p:nvPr/>
        </p:nvSpPr>
        <p:spPr>
          <a:xfrm>
            <a:off x="3888391" y="2890742"/>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260693"/>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74539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74539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890742"/>
            <a:ext cx="295466" cy="295466"/>
          </a:xfrm>
          <a:prstGeom prst="rect">
            <a:avLst/>
          </a:prstGeom>
        </p:spPr>
      </p:pic>
      <p:sp>
        <p:nvSpPr>
          <p:cNvPr id="19" name="TextBox 18"/>
          <p:cNvSpPr txBox="1"/>
          <p:nvPr/>
        </p:nvSpPr>
        <p:spPr>
          <a:xfrm>
            <a:off x="6685883" y="2890742"/>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260693"/>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74539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74539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890742"/>
            <a:ext cx="295466" cy="295466"/>
          </a:xfrm>
          <a:prstGeom prst="rect">
            <a:avLst/>
          </a:prstGeom>
        </p:spPr>
      </p:pic>
      <p:sp>
        <p:nvSpPr>
          <p:cNvPr id="24" name="TextBox 23"/>
          <p:cNvSpPr txBox="1"/>
          <p:nvPr/>
        </p:nvSpPr>
        <p:spPr>
          <a:xfrm>
            <a:off x="9483280" y="2890742"/>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260693"/>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18195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18195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327208"/>
            <a:ext cx="295466" cy="295466"/>
          </a:xfrm>
          <a:prstGeom prst="rect">
            <a:avLst/>
          </a:prstGeom>
        </p:spPr>
      </p:pic>
      <p:sp>
        <p:nvSpPr>
          <p:cNvPr id="29" name="TextBox 28"/>
          <p:cNvSpPr txBox="1"/>
          <p:nvPr/>
        </p:nvSpPr>
        <p:spPr>
          <a:xfrm>
            <a:off x="1090898" y="4327208"/>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697158"/>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18195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18195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327208"/>
            <a:ext cx="295466" cy="295466"/>
          </a:xfrm>
          <a:prstGeom prst="rect">
            <a:avLst/>
          </a:prstGeom>
        </p:spPr>
      </p:pic>
      <p:sp>
        <p:nvSpPr>
          <p:cNvPr id="34" name="TextBox 33"/>
          <p:cNvSpPr txBox="1"/>
          <p:nvPr/>
        </p:nvSpPr>
        <p:spPr>
          <a:xfrm>
            <a:off x="3888391" y="4327208"/>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697158"/>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18195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18195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327208"/>
            <a:ext cx="295466" cy="295466"/>
          </a:xfrm>
          <a:prstGeom prst="rect">
            <a:avLst/>
          </a:prstGeom>
        </p:spPr>
      </p:pic>
      <p:sp>
        <p:nvSpPr>
          <p:cNvPr id="39" name="TextBox 38"/>
          <p:cNvSpPr txBox="1"/>
          <p:nvPr/>
        </p:nvSpPr>
        <p:spPr>
          <a:xfrm>
            <a:off x="6685883" y="4327208"/>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697158"/>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18195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18195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327208"/>
            <a:ext cx="295466" cy="295466"/>
          </a:xfrm>
          <a:prstGeom prst="rect">
            <a:avLst/>
          </a:prstGeom>
        </p:spPr>
      </p:pic>
      <p:sp>
        <p:nvSpPr>
          <p:cNvPr id="44" name="TextBox 43"/>
          <p:cNvSpPr txBox="1"/>
          <p:nvPr/>
        </p:nvSpPr>
        <p:spPr>
          <a:xfrm>
            <a:off x="9483280" y="4327208"/>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697158"/>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45391"/>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2993326"/>
            <a:ext cx="513588" cy="513588"/>
          </a:xfrm>
          <a:prstGeom prst="rect">
            <a:avLst/>
          </a:prstGeom>
        </p:spPr>
      </p:pic>
      <p:sp>
        <p:nvSpPr>
          <p:cNvPr id="8" name="TextBox 7"/>
          <p:cNvSpPr txBox="1"/>
          <p:nvPr/>
        </p:nvSpPr>
        <p:spPr>
          <a:xfrm>
            <a:off x="1547146" y="2986373"/>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16357"/>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45391"/>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2993326"/>
            <a:ext cx="513588" cy="513588"/>
          </a:xfrm>
          <a:prstGeom prst="rect">
            <a:avLst/>
          </a:prstGeom>
        </p:spPr>
      </p:pic>
      <p:sp>
        <p:nvSpPr>
          <p:cNvPr id="12" name="TextBox 11"/>
          <p:cNvSpPr txBox="1"/>
          <p:nvPr/>
        </p:nvSpPr>
        <p:spPr>
          <a:xfrm>
            <a:off x="4935284" y="2986373"/>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33845"/>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22031"/>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069872"/>
            <a:ext cx="513588" cy="513588"/>
          </a:xfrm>
          <a:prstGeom prst="rect">
            <a:avLst/>
          </a:prstGeom>
        </p:spPr>
      </p:pic>
      <p:sp>
        <p:nvSpPr>
          <p:cNvPr id="16" name="TextBox 15"/>
          <p:cNvSpPr txBox="1"/>
          <p:nvPr/>
        </p:nvSpPr>
        <p:spPr>
          <a:xfrm>
            <a:off x="1547146" y="5062918"/>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10390"/>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328577"/>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669858"/>
            <a:ext cx="707041" cy="707041"/>
          </a:xfrm>
          <a:prstGeom prst="rect">
            <a:avLst/>
          </a:prstGeom>
        </p:spPr>
      </p:pic>
      <p:sp>
        <p:nvSpPr>
          <p:cNvPr id="7" name="TextBox 6"/>
          <p:cNvSpPr txBox="1"/>
          <p:nvPr/>
        </p:nvSpPr>
        <p:spPr>
          <a:xfrm>
            <a:off x="6144482" y="266033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13867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328577"/>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669858"/>
            <a:ext cx="707041" cy="707041"/>
          </a:xfrm>
          <a:prstGeom prst="rect">
            <a:avLst/>
          </a:prstGeom>
        </p:spPr>
      </p:pic>
      <p:sp>
        <p:nvSpPr>
          <p:cNvPr id="11" name="TextBox 10"/>
          <p:cNvSpPr txBox="1"/>
          <p:nvPr/>
        </p:nvSpPr>
        <p:spPr>
          <a:xfrm>
            <a:off x="9569482" y="266033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52748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745391"/>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062288"/>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201257"/>
            <a:ext cx="453485" cy="453485"/>
          </a:xfrm>
          <a:prstGeom prst="rect">
            <a:avLst/>
          </a:prstGeom>
        </p:spPr>
      </p:pic>
      <p:sp>
        <p:nvSpPr>
          <p:cNvPr id="9" name="TextBox 8"/>
          <p:cNvSpPr txBox="1"/>
          <p:nvPr/>
        </p:nvSpPr>
        <p:spPr>
          <a:xfrm>
            <a:off x="938689" y="3911537"/>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446842"/>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745391"/>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062288"/>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201257"/>
            <a:ext cx="453485" cy="453485"/>
          </a:xfrm>
          <a:prstGeom prst="rect">
            <a:avLst/>
          </a:prstGeom>
        </p:spPr>
      </p:pic>
      <p:sp>
        <p:nvSpPr>
          <p:cNvPr id="14" name="TextBox 13"/>
          <p:cNvSpPr txBox="1"/>
          <p:nvPr/>
        </p:nvSpPr>
        <p:spPr>
          <a:xfrm>
            <a:off x="4644295" y="3911537"/>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446842"/>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745391"/>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062288"/>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201257"/>
            <a:ext cx="453485" cy="453485"/>
          </a:xfrm>
          <a:prstGeom prst="rect">
            <a:avLst/>
          </a:prstGeom>
        </p:spPr>
      </p:pic>
      <p:sp>
        <p:nvSpPr>
          <p:cNvPr id="19" name="TextBox 18"/>
          <p:cNvSpPr txBox="1"/>
          <p:nvPr/>
        </p:nvSpPr>
        <p:spPr>
          <a:xfrm>
            <a:off x="8349996" y="3911537"/>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446842"/>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1775555"/>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2078"/>
            <a:ext cx="707041" cy="707041"/>
          </a:xfrm>
          <a:prstGeom prst="rect">
            <a:avLst/>
          </a:prstGeom>
        </p:spPr>
      </p:pic>
      <p:sp>
        <p:nvSpPr>
          <p:cNvPr id="7" name="TextBox 6"/>
          <p:cNvSpPr txBox="1"/>
          <p:nvPr/>
        </p:nvSpPr>
        <p:spPr>
          <a:xfrm>
            <a:off x="1877282" y="2107216"/>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1775555"/>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152078"/>
            <a:ext cx="707041" cy="707041"/>
          </a:xfrm>
          <a:prstGeom prst="rect">
            <a:avLst/>
          </a:prstGeom>
        </p:spPr>
      </p:pic>
      <p:sp>
        <p:nvSpPr>
          <p:cNvPr id="10" name="TextBox 9"/>
          <p:cNvSpPr txBox="1"/>
          <p:nvPr/>
        </p:nvSpPr>
        <p:spPr>
          <a:xfrm>
            <a:off x="7435882" y="2107216"/>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504057"/>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3845242"/>
            <a:ext cx="707041" cy="707041"/>
          </a:xfrm>
          <a:prstGeom prst="rect">
            <a:avLst/>
          </a:prstGeom>
        </p:spPr>
      </p:pic>
      <p:sp>
        <p:nvSpPr>
          <p:cNvPr id="13" name="TextBox 12"/>
          <p:cNvSpPr txBox="1"/>
          <p:nvPr/>
        </p:nvSpPr>
        <p:spPr>
          <a:xfrm>
            <a:off x="1877282" y="399488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25160"/>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07183"/>
            <a:ext cx="377190" cy="377190"/>
          </a:xfrm>
          <a:prstGeom prst="rect">
            <a:avLst/>
          </a:prstGeom>
        </p:spPr>
      </p:pic>
      <p:sp>
        <p:nvSpPr>
          <p:cNvPr id="26" name="TextBox 25"/>
          <p:cNvSpPr txBox="1"/>
          <p:nvPr/>
        </p:nvSpPr>
        <p:spPr>
          <a:xfrm>
            <a:off x="1314164" y="2602135"/>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57214"/>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25160"/>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07183"/>
            <a:ext cx="377190" cy="377190"/>
          </a:xfrm>
          <a:prstGeom prst="rect">
            <a:avLst/>
          </a:prstGeom>
        </p:spPr>
      </p:pic>
      <p:sp>
        <p:nvSpPr>
          <p:cNvPr id="30" name="TextBox 29"/>
          <p:cNvSpPr txBox="1"/>
          <p:nvPr/>
        </p:nvSpPr>
        <p:spPr>
          <a:xfrm>
            <a:off x="4977860" y="2602135"/>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57214"/>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25160"/>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07183"/>
            <a:ext cx="377190" cy="377190"/>
          </a:xfrm>
          <a:prstGeom prst="rect">
            <a:avLst/>
          </a:prstGeom>
        </p:spPr>
      </p:pic>
      <p:sp>
        <p:nvSpPr>
          <p:cNvPr id="34" name="Rounded Rectangle 33"/>
          <p:cNvSpPr/>
          <p:nvPr/>
        </p:nvSpPr>
        <p:spPr>
          <a:xfrm>
            <a:off x="8641556" y="2627471"/>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32615"/>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02135"/>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871121"/>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886361"/>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891504"/>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871121"/>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081718"/>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086767"/>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066383"/>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261741"/>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276981"/>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282029"/>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261741"/>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57004"/>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3962019"/>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44042"/>
            <a:ext cx="377190" cy="377190"/>
          </a:xfrm>
          <a:prstGeom prst="rect">
            <a:avLst/>
          </a:prstGeom>
        </p:spPr>
      </p:pic>
      <p:sp>
        <p:nvSpPr>
          <p:cNvPr id="51" name="TextBox 50"/>
          <p:cNvSpPr txBox="1"/>
          <p:nvPr/>
        </p:nvSpPr>
        <p:spPr>
          <a:xfrm>
            <a:off x="1314164" y="4138994"/>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394168"/>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3962019"/>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44042"/>
            <a:ext cx="377190" cy="377190"/>
          </a:xfrm>
          <a:prstGeom prst="rect">
            <a:avLst/>
          </a:prstGeom>
        </p:spPr>
      </p:pic>
      <p:sp>
        <p:nvSpPr>
          <p:cNvPr id="55" name="TextBox 54"/>
          <p:cNvSpPr txBox="1"/>
          <p:nvPr/>
        </p:nvSpPr>
        <p:spPr>
          <a:xfrm>
            <a:off x="4977860" y="4138994"/>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09408"/>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14456"/>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394168"/>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04671"/>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09719"/>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589431"/>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04671"/>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09719"/>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589431"/>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799933"/>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04982"/>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784693"/>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799933"/>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04982"/>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4979956"/>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3962019"/>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44042"/>
            <a:ext cx="377190" cy="377190"/>
          </a:xfrm>
          <a:prstGeom prst="rect">
            <a:avLst/>
          </a:prstGeom>
        </p:spPr>
      </p:pic>
      <p:sp>
        <p:nvSpPr>
          <p:cNvPr id="73" name="TextBox 72"/>
          <p:cNvSpPr txBox="1"/>
          <p:nvPr/>
        </p:nvSpPr>
        <p:spPr>
          <a:xfrm>
            <a:off x="8641556" y="4138994"/>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394168"/>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747" y="345338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192369"/>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201894"/>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311462"/>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451068"/>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2915888"/>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192369"/>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201894"/>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311462"/>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451068"/>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2915888"/>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192369"/>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201894"/>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311462"/>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451068"/>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2915888"/>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241042"/>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325624"/>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220944"/>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2947988"/>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032570"/>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2927890"/>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3654933"/>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3739420"/>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3634835"/>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361878"/>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446365"/>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341781"/>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192369"/>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192369"/>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314289"/>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192369"/>
            <a:ext cx="10220516" cy="371475"/>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2613755"/>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380899"/>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230499"/>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3680365"/>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447604"/>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297108"/>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4747070"/>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74539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74539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2806351"/>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294560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745391"/>
            <a:ext cx="10220516" cy="371475"/>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166777"/>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387296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01221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7835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23338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493957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078920"/>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485013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30009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45391"/>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08078"/>
            <a:ext cx="224980" cy="224980"/>
          </a:xfrm>
          <a:prstGeom prst="rect">
            <a:avLst/>
          </a:prstGeom>
        </p:spPr>
      </p:pic>
      <p:sp>
        <p:nvSpPr>
          <p:cNvPr id="9" name="TextBox 8"/>
          <p:cNvSpPr txBox="1"/>
          <p:nvPr/>
        </p:nvSpPr>
        <p:spPr>
          <a:xfrm>
            <a:off x="1067848" y="2908078"/>
            <a:ext cx="2116836"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04686"/>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40671"/>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0137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32878" y="401583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2939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32878" y="4243768"/>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5733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32878" y="4471797"/>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927759"/>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45391"/>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45391"/>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08078"/>
            <a:ext cx="224980" cy="224980"/>
          </a:xfrm>
          <a:prstGeom prst="rect">
            <a:avLst/>
          </a:prstGeom>
        </p:spPr>
      </p:pic>
      <p:sp>
        <p:nvSpPr>
          <p:cNvPr id="22" name="TextBox 21"/>
          <p:cNvSpPr txBox="1"/>
          <p:nvPr/>
        </p:nvSpPr>
        <p:spPr>
          <a:xfrm>
            <a:off x="3821430" y="2908078"/>
            <a:ext cx="2116931"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04686"/>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40671"/>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0137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015835"/>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2939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243768"/>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5733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686461" y="4471797"/>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52213"/>
            <a:ext cx="2418327" cy="440912"/>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45391"/>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45391"/>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43225"/>
            <a:ext cx="224980" cy="224980"/>
          </a:xfrm>
          <a:prstGeom prst="rect">
            <a:avLst/>
          </a:prstGeom>
        </p:spPr>
      </p:pic>
      <p:sp>
        <p:nvSpPr>
          <p:cNvPr id="35" name="TextBox 34"/>
          <p:cNvSpPr txBox="1"/>
          <p:nvPr/>
        </p:nvSpPr>
        <p:spPr>
          <a:xfrm>
            <a:off x="6575012" y="2943225"/>
            <a:ext cx="2116836"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3983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875818"/>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3651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440043" y="4050982"/>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6454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440043" y="4278916"/>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59247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440043" y="450694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787360"/>
            <a:ext cx="2401824" cy="152305"/>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45391"/>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45391"/>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08078"/>
            <a:ext cx="224980" cy="224980"/>
          </a:xfrm>
          <a:prstGeom prst="rect">
            <a:avLst/>
          </a:prstGeom>
        </p:spPr>
      </p:pic>
      <p:sp>
        <p:nvSpPr>
          <p:cNvPr id="48" name="TextBox 47"/>
          <p:cNvSpPr txBox="1"/>
          <p:nvPr/>
        </p:nvSpPr>
        <p:spPr>
          <a:xfrm>
            <a:off x="9328594" y="2908078"/>
            <a:ext cx="2116931"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04686"/>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53314"/>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1410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3828478"/>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1758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193625" y="4231958"/>
            <a:ext cx="2251996"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4552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193625" y="4459986"/>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915948"/>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292608"/>
          </a:xfrm>
          <a:prstGeom prst="rect">
            <a:avLst/>
          </a:prstGeom>
          <a:noFill/>
        </p:spPr>
        <p:txBody>
          <a:bodyPr wrap="none" anchor="ctr"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258604"/>
          </a:xfrm>
          <a:prstGeom prst="rect">
            <a:avLst/>
          </a:prstGeom>
          <a:noFill/>
        </p:spPr>
        <p:txBody>
          <a:bodyPr wrap="none" anchor="ctr"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92880"/>
            <a:ext cx="5018246" cy="204216"/>
          </a:xfrm>
          <a:prstGeom prst="rect">
            <a:avLst/>
          </a:prstGeom>
          <a:noFill/>
        </p:spPr>
        <p:txBody>
          <a:bodyPr wrap="none" anchor="ctr"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18794" y="4320064"/>
            <a:ext cx="4897073" cy="726472"/>
          </a:xfrm>
          <a:prstGeom prst="rect">
            <a:avLst/>
          </a:prstGeom>
          <a:noFill/>
        </p:spPr>
        <p:txBody>
          <a:bodyPr wrap="square" anchor="ctr" lIns="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18794" y="4833842"/>
            <a:ext cx="4844034" cy="190595"/>
          </a:xfrm>
          <a:prstGeom prst="rect">
            <a:avLst/>
          </a:prstGeom>
          <a:noFill/>
        </p:spPr>
        <p:txBody>
          <a:bodyPr wrap="none" anchor="ctr" lIns="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99507"/>
            <a:ext cx="5073898" cy="416909"/>
          </a:xfrm>
          <a:prstGeom prst="rect">
            <a:avLst/>
          </a:prstGeom>
          <a:noFill/>
        </p:spPr>
        <p:txBody>
          <a:bodyPr wrap="square" anchor="ctr" lIns="0" tIns="0"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258604"/>
          </a:xfrm>
          <a:prstGeom prst="rect">
            <a:avLst/>
          </a:prstGeom>
          <a:noFill/>
        </p:spPr>
        <p:txBody>
          <a:bodyPr wrap="none" anchor="ctr"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52018"/>
            <a:ext cx="5073995" cy="796766"/>
          </a:xfrm>
          <a:prstGeom prst="rect">
            <a:avLst/>
          </a:prstGeom>
          <a:noFill/>
        </p:spPr>
        <p:txBody>
          <a:bodyPr wrap="square" anchor="ctr"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32948"/>
            <a:ext cx="5018342" cy="190595"/>
          </a:xfrm>
          <a:prstGeom prst="rect">
            <a:avLst/>
          </a:prstGeom>
          <a:noFill/>
        </p:spPr>
        <p:txBody>
          <a:bodyPr wrap="none" anchor="ctr"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55178"/>
            <a:ext cx="5073995" cy="710374"/>
          </a:xfrm>
          <a:prstGeom prst="rect">
            <a:avLst/>
          </a:prstGeom>
          <a:noFill/>
        </p:spPr>
        <p:txBody>
          <a:bodyPr wrap="square" anchor="ctr"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1775555"/>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153412"/>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1775555"/>
            <a:ext cx="3524440"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1775555"/>
            <a:ext cx="3524440"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1775555"/>
            <a:ext cx="3524536"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499265"/>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347341"/>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499265"/>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487549"/>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2639473"/>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3688556"/>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396424"/>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548348"/>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536632"/>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3688556"/>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45974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445508"/>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45974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44550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45974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328577"/>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706434"/>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328577"/>
            <a:ext cx="5365147"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328577"/>
            <a:ext cx="5365147"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TextBox 8"/>
          <p:cNvSpPr txBox="1"/>
          <p:nvPr/>
        </p:nvSpPr>
        <p:spPr>
          <a:xfrm>
            <a:off x="670465" y="3052286"/>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10" name="Rounded Rectangle 9"/>
          <p:cNvSpPr/>
          <p:nvPr/>
        </p:nvSpPr>
        <p:spPr>
          <a:xfrm>
            <a:off x="6184582" y="3040571"/>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403181" y="3192494"/>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2" name="TextBox 11"/>
          <p:cNvSpPr txBox="1"/>
          <p:nvPr/>
        </p:nvSpPr>
        <p:spPr>
          <a:xfrm>
            <a:off x="670465" y="4101370"/>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3" name="Rounded Rectangle 12"/>
          <p:cNvSpPr/>
          <p:nvPr/>
        </p:nvSpPr>
        <p:spPr>
          <a:xfrm>
            <a:off x="6184582" y="3949446"/>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403181" y="4101370"/>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1775555"/>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108073"/>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1775555"/>
            <a:ext cx="2900172"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1775555"/>
            <a:ext cx="2896457"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2529650"/>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274856"/>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406301"/>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3452812"/>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198019"/>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329464"/>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252627"/>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121182"/>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252627"/>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611"/>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2992" y="3760565"/>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192369"/>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0409"/>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420999"/>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192369"/>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510409"/>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420999"/>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192369"/>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510409"/>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420999"/>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192369"/>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0409"/>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420999"/>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192369"/>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510409"/>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420999"/>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192369"/>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0409"/>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420999"/>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192369"/>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510409"/>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420999"/>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192369"/>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510409"/>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420999"/>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192369"/>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510409"/>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420999"/>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35077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260092"/>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289459"/>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198781"/>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22805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137470"/>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74539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754916"/>
            <a:ext cx="3418332" cy="1922907"/>
          </a:xfrm>
          <a:prstGeom prst="rect">
            <a:avLst/>
          </a:prstGeom>
        </p:spPr>
      </p:pic>
      <p:sp>
        <p:nvSpPr>
          <p:cNvPr id="8" name="TextBox 7"/>
          <p:cNvSpPr txBox="1"/>
          <p:nvPr/>
        </p:nvSpPr>
        <p:spPr>
          <a:xfrm>
            <a:off x="670465" y="486327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330762"/>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74539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754916"/>
            <a:ext cx="3418332" cy="1922907"/>
          </a:xfrm>
          <a:prstGeom prst="rect">
            <a:avLst/>
          </a:prstGeom>
        </p:spPr>
      </p:pic>
      <p:sp>
        <p:nvSpPr>
          <p:cNvPr id="12" name="TextBox 11"/>
          <p:cNvSpPr txBox="1"/>
          <p:nvPr/>
        </p:nvSpPr>
        <p:spPr>
          <a:xfrm>
            <a:off x="4376166" y="486327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330762"/>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74539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754916"/>
            <a:ext cx="3418332" cy="1922907"/>
          </a:xfrm>
          <a:prstGeom prst="rect">
            <a:avLst/>
          </a:prstGeom>
        </p:spPr>
      </p:pic>
      <p:sp>
        <p:nvSpPr>
          <p:cNvPr id="16" name="TextBox 15"/>
          <p:cNvSpPr txBox="1"/>
          <p:nvPr/>
        </p:nvSpPr>
        <p:spPr>
          <a:xfrm>
            <a:off x="8081772" y="486327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330762"/>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745391"/>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2927890"/>
            <a:ext cx="414623" cy="414623"/>
          </a:xfrm>
          <a:prstGeom prst="rect">
            <a:avLst/>
          </a:prstGeom>
        </p:spPr>
      </p:pic>
      <p:sp>
        <p:nvSpPr>
          <p:cNvPr id="8" name="TextBox 7"/>
          <p:cNvSpPr txBox="1"/>
          <p:nvPr/>
        </p:nvSpPr>
        <p:spPr>
          <a:xfrm>
            <a:off x="6774085" y="2921413"/>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246692"/>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07904"/>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3990308"/>
            <a:ext cx="414623" cy="414623"/>
          </a:xfrm>
          <a:prstGeom prst="rect">
            <a:avLst/>
          </a:prstGeom>
        </p:spPr>
      </p:pic>
      <p:sp>
        <p:nvSpPr>
          <p:cNvPr id="12" name="TextBox 11"/>
          <p:cNvSpPr txBox="1"/>
          <p:nvPr/>
        </p:nvSpPr>
        <p:spPr>
          <a:xfrm>
            <a:off x="6774085" y="3983831"/>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09205"/>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1273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295233"/>
            <a:ext cx="414623" cy="414623"/>
          </a:xfrm>
          <a:prstGeom prst="rect">
            <a:avLst/>
          </a:prstGeom>
        </p:spPr>
      </p:pic>
      <p:sp>
        <p:nvSpPr>
          <p:cNvPr id="16" name="TextBox 15"/>
          <p:cNvSpPr txBox="1"/>
          <p:nvPr/>
        </p:nvSpPr>
        <p:spPr>
          <a:xfrm>
            <a:off x="6774085" y="5288756"/>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14035"/>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48422"/>
            <a:ext cx="601599" cy="152400"/>
          </a:xfrm>
          <a:prstGeom prst="rect">
            <a:avLst/>
          </a:prstGeom>
          <a:noFill/>
        </p:spPr>
        <p:txBody>
          <a:bodyPr wrap="none" anchor="ctr" lIns="0" tIns="0" rIns="0" bIns="0">
            <a:noAutofit/>
          </a:bodyPr>
          <a:lstStyle/>
          <a:p>
            <a:pPr algn="l">
              <a:lnSpc>
                <a:spcPts val="1057"/>
              </a:lnSpc>
              <a:spcBef>
                <a:spcPts val="0"/>
              </a:spcBef>
              <a:spcAft>
                <a:spcPts val="0"/>
              </a:spcAft>
            </a:pPr>
            <a:r>
              <a:rPr sz="1057" b="0" i="0" u="none" spc="106">
                <a:solidFill>
                  <a:srgbClr val="8A8A94"/>
                </a:solidFill>
                <a:latin typeface="Courier New"/>
              </a:rPr>
              <a:t>PYTHON</a:t>
            </a:r>
          </a:p>
        </p:txBody>
      </p:sp>
      <p:sp>
        <p:nvSpPr>
          <p:cNvPr id="14" name="TextBox 13"/>
          <p:cNvSpPr txBox="1"/>
          <p:nvPr/>
        </p:nvSpPr>
        <p:spPr>
          <a:xfrm>
            <a:off x="6452044" y="2380964"/>
            <a:ext cx="4855888" cy="3593592"/>
          </a:xfrm>
          <a:prstGeom prst="rect">
            <a:avLst/>
          </a:prstGeom>
          <a:noFill/>
        </p:spPr>
        <p:txBody>
          <a:bodyPr wrap="square" anchor="ctr" lIns="0" tIns="0" rIns="0" bIns="0">
            <a:noAutofit/>
          </a:bodyPr>
          <a:lstStyle/>
          <a:p>
            <a:pPr algn="l">
              <a:lnSpc>
                <a:spcPts val="2871"/>
              </a:lnSpc>
              <a:spcBef>
                <a:spcPts val="0"/>
              </a:spcBef>
              <a:spcAft>
                <a:spcPts val="0"/>
              </a:spcAft>
            </a:pPr>
            <a:r>
              <a:rPr sz="1914" b="0" i="0" u="none">
                <a:solidFill>
                  <a:srgbClr val="D4D4D4"/>
                </a:solidFill>
                <a:latin typeface="Courier New"/>
              </a:rPr>
              <a:t>client.messages.create(</a:t>
            </a:r>
          </a:p>
          <a:p>
            <a:pPr algn="l">
              <a:lnSpc>
                <a:spcPts val="2871"/>
              </a:lnSpc>
              <a:spcBef>
                <a:spcPts val="0"/>
              </a:spcBef>
              <a:spcAft>
                <a:spcPts val="0"/>
              </a:spcAft>
            </a:pPr>
            <a:r>
              <a:rPr sz="1914" b="0" i="0" u="none">
                <a:solidFill>
                  <a:srgbClr val="D4D4D4"/>
                </a:solidFill>
                <a:latin typeface="Courier New"/>
              </a:rPr>
              <a:t>  model=</a:t>
            </a:r>
            <a:r>
              <a:rPr sz="1914" b="0" i="0" u="none">
                <a:solidFill>
                  <a:srgbClr val="CE9178"/>
                </a:solidFill>
                <a:latin typeface="Courier New"/>
              </a:rPr>
              <a:t>"claude-opus-4-8"</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system=[{</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 SYSTEM_PROMPT,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"cache_control"</a:t>
            </a: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"ephemeral"</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p>
          <a:p>
            <a:pPr algn="l">
              <a:lnSpc>
                <a:spcPts val="2871"/>
              </a:lnSpc>
              <a:spcBef>
                <a:spcPts val="0"/>
              </a:spcBef>
              <a:spcAft>
                <a:spcPts val="0"/>
              </a:spcAft>
            </a:pPr>
            <a:r>
              <a:rPr sz="1914" b="0" i="0" u="none">
                <a:solidFill>
                  <a:srgbClr val="D4D4D4"/>
                </a:solidFill>
                <a:latin typeface="Courier New"/>
              </a:rPr>
              <a:t>  messages=msgs,</a:t>
            </a:r>
          </a:p>
          <a:p>
            <a:pPr algn="l">
              <a:lnSpc>
                <a:spcPts val="2871"/>
              </a:lnSpc>
              <a:spcBef>
                <a:spcPts val="0"/>
              </a:spcBef>
              <a:spcAft>
                <a:spcPts val="0"/>
              </a:spcAft>
            </a:pPr>
            <a:r>
              <a:rPr sz="1914" b="0" i="0" u="none">
                <a:solidFill>
                  <a:srgbClr val="D4D4D4"/>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56866"/>
            <a:ext cx="403670" cy="66675"/>
          </a:xfrm>
          <a:prstGeom prst="rect">
            <a:avLst/>
          </a:prstGeom>
          <a:noFill/>
        </p:spPr>
        <p:txBody>
          <a:bodyPr wrap="none" anchor="ctr" lIns="0" tIns="0" rIns="0" bIns="0">
            <a:noAutofit/>
          </a:bodyPr>
          <a:lstStyle/>
          <a:p>
            <a:pPr algn="l">
              <a:lnSpc>
                <a:spcPts val="411"/>
              </a:lnSpc>
              <a:spcBef>
                <a:spcPts val="0"/>
              </a:spcBef>
              <a:spcAft>
                <a:spcPts val="0"/>
              </a:spcAft>
            </a:pPr>
            <a:r>
              <a:rPr sz="411" b="0" i="0" u="none" spc="41">
                <a:solidFill>
                  <a:srgbClr val="8A8A94"/>
                </a:solidFill>
                <a:latin typeface="Courier New"/>
              </a:rPr>
              <a:t>TYPESCRIPT</a:t>
            </a:r>
          </a:p>
        </p:txBody>
      </p:sp>
      <p:sp>
        <p:nvSpPr>
          <p:cNvPr id="12" name="TextBox 11"/>
          <p:cNvSpPr txBox="1"/>
          <p:nvPr/>
        </p:nvSpPr>
        <p:spPr>
          <a:xfrm>
            <a:off x="972598" y="2734151"/>
            <a:ext cx="10417430" cy="3240976"/>
          </a:xfrm>
          <a:prstGeom prst="rect">
            <a:avLst/>
          </a:prstGeom>
          <a:noFill/>
        </p:spPr>
        <p:txBody>
          <a:bodyPr wrap="square" anchor="ctr" lIns="0" tIns="0" rIns="0" bIns="0">
            <a:noAutofit/>
          </a:bodyPr>
          <a:lstStyle/>
          <a:p>
            <a:pPr algn="l">
              <a:lnSpc>
                <a:spcPts val="1117"/>
              </a:lnSpc>
              <a:spcBef>
                <a:spcPts val="0"/>
              </a:spcBef>
              <a:spcAft>
                <a:spcPts val="0"/>
              </a:spcAft>
            </a:pPr>
            <a:r>
              <a:rPr sz="745" b="0" i="0" u="none">
                <a:solidFill>
                  <a:srgbClr val="569CD6"/>
                </a:solidFill>
                <a:latin typeface="Courier New"/>
              </a:rPr>
              <a:t>type</a:t>
            </a:r>
            <a:r>
              <a:rPr sz="745" b="0" i="0" u="none">
                <a:solidFill>
                  <a:srgbClr val="D4D4D4"/>
                </a:solidFill>
                <a:latin typeface="Courier New"/>
              </a:rPr>
              <a:t> </a:t>
            </a:r>
            <a:r>
              <a:rPr sz="745" b="0" i="0" u="none">
                <a:solidFill>
                  <a:srgbClr val="4EC9B0"/>
                </a:solidFill>
                <a:latin typeface="Courier New"/>
              </a:rPr>
              <a:t>Cache</a:t>
            </a:r>
            <a:r>
              <a:rPr sz="745" b="0" i="0" u="none">
                <a:solidFill>
                  <a:srgbClr val="D4D4D4"/>
                </a:solidFill>
                <a:latin typeface="Courier New"/>
              </a:rPr>
              <a:t> = { </a:t>
            </a:r>
            <a:r>
              <a:rPr sz="745" b="0" i="0" u="none">
                <a:solidFill>
                  <a:srgbClr val="9CDCFE"/>
                </a:solidFill>
                <a:latin typeface="Courier New"/>
              </a:rPr>
              <a:t>key</a:t>
            </a:r>
            <a:r>
              <a:rPr sz="745" b="0" i="0" u="none">
                <a:solidFill>
                  <a:srgbClr val="D4D4D4"/>
                </a:solidFill>
                <a:latin typeface="Courier New"/>
              </a:rPr>
              <a:t>: </a:t>
            </a:r>
            <a:r>
              <a:rPr sz="745" b="0" i="0" u="none">
                <a:solidFill>
                  <a:srgbClr val="4EC9B0"/>
                </a:solidFill>
                <a:latin typeface="Courier New"/>
              </a:rPr>
              <a:t>string</a:t>
            </a:r>
            <a:r>
              <a:rPr sz="745" b="0" i="0" u="none">
                <a:solidFill>
                  <a:srgbClr val="D4D4D4"/>
                </a:solidFill>
                <a:latin typeface="Courier New"/>
              </a:rPr>
              <a:t>; </a:t>
            </a:r>
            <a:r>
              <a:rPr sz="745" b="0" i="0" u="none">
                <a:solidFill>
                  <a:srgbClr val="9CDCFE"/>
                </a:solidFill>
                <a:latin typeface="Courier New"/>
              </a:rPr>
              <a:t>ttl</a:t>
            </a:r>
            <a:r>
              <a:rPr sz="745" b="0" i="0" u="none">
                <a:solidFill>
                  <a:srgbClr val="D4D4D4"/>
                </a:solidFill>
                <a:latin typeface="Courier New"/>
              </a:rPr>
              <a:t>: </a:t>
            </a:r>
            <a:r>
              <a:rPr sz="745" b="0" i="0" u="none">
                <a:solidFill>
                  <a:srgbClr val="4EC9B0"/>
                </a:solidFill>
                <a:latin typeface="Courier New"/>
              </a:rPr>
              <a:t>number</a:t>
            </a:r>
            <a:r>
              <a:rPr sz="745" b="0" i="0" u="none">
                <a:solidFill>
                  <a:srgbClr val="D4D4D4"/>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569CD6"/>
                </a:solidFill>
                <a:latin typeface="Courier New"/>
              </a:rPr>
              <a:t>export</a:t>
            </a:r>
            <a:r>
              <a:rPr sz="745" b="0" i="0" u="none">
                <a:solidFill>
                  <a:srgbClr val="D4D4D4"/>
                </a:solidFill>
                <a:latin typeface="Courier New"/>
              </a:rPr>
              <a:t> </a:t>
            </a:r>
            <a:r>
              <a:rPr sz="745" b="0" i="0" u="none">
                <a:solidFill>
                  <a:srgbClr val="569CD6"/>
                </a:solidFill>
                <a:latin typeface="Courier New"/>
              </a:rPr>
              <a:t>async</a:t>
            </a:r>
            <a:r>
              <a:rPr sz="745" b="0" i="0" u="none">
                <a:solidFill>
                  <a:srgbClr val="D4D4D4"/>
                </a:solidFill>
                <a:latin typeface="Courier New"/>
              </a:rPr>
              <a:t> </a:t>
            </a:r>
            <a:r>
              <a:rPr sz="745" b="0" i="0" u="none">
                <a:solidFill>
                  <a:srgbClr val="569CD6"/>
                </a:solidFill>
                <a:latin typeface="Courier New"/>
              </a:rPr>
              <a:t>function</a:t>
            </a:r>
            <a:r>
              <a:rPr sz="745" b="0" i="0" u="none">
                <a:solidFill>
                  <a:srgbClr val="D4D4D4"/>
                </a:solidFill>
                <a:latin typeface="Courier New"/>
              </a:rPr>
              <a:t> </a:t>
            </a:r>
            <a:r>
              <a:rPr sz="745" b="0" i="0" u="none">
                <a:solidFill>
                  <a:srgbClr val="DCDCAA"/>
                </a:solidFill>
                <a:latin typeface="Courier New"/>
              </a:rPr>
              <a:t>ask</a:t>
            </a:r>
            <a:r>
              <a:rPr sz="745" b="0" i="0" u="none">
                <a:solidFill>
                  <a:srgbClr val="D4D4D4"/>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prompt</a:t>
            </a:r>
            <a:r>
              <a:rPr sz="745" b="0" i="0" u="none">
                <a:solidFill>
                  <a:srgbClr val="9CDCFE"/>
                </a:solidFill>
                <a:latin typeface="Courier New"/>
              </a:rPr>
              <a:t>: </a:t>
            </a:r>
            <a:r>
              <a:rPr sz="745" b="0" i="0" u="none">
                <a:solidFill>
                  <a:srgbClr val="4EC9B0"/>
                </a:solidFill>
                <a:latin typeface="Courier New"/>
              </a:rPr>
              <a:t>string</a:t>
            </a:r>
            <a:r>
              <a:rPr sz="745" b="0" i="0" u="none">
                <a:solidFill>
                  <a:srgbClr val="9CDCFE"/>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opts</a:t>
            </a:r>
            <a:r>
              <a:rPr sz="745" b="0" i="0" u="none">
                <a:solidFill>
                  <a:srgbClr val="9CDCFE"/>
                </a:solidFill>
                <a:latin typeface="Courier New"/>
              </a:rPr>
              <a:t>: </a:t>
            </a:r>
            <a:r>
              <a:rPr sz="745" b="0" i="0" u="none">
                <a:solidFill>
                  <a:srgbClr val="4EC9B0"/>
                </a:solidFill>
                <a:latin typeface="Courier New"/>
              </a:rPr>
              <a:t>Partial</a:t>
            </a:r>
            <a:r>
              <a:rPr sz="745" b="0" i="0" u="none">
                <a:solidFill>
                  <a:srgbClr val="9CDCFE"/>
                </a:solidFill>
                <a:latin typeface="Courier New"/>
              </a:rPr>
              <a:t>&lt;</a:t>
            </a:r>
            <a:r>
              <a:rPr sz="745" b="0" i="0" u="none">
                <a:solidFill>
                  <a:srgbClr val="4EC9B0"/>
                </a:solidFill>
                <a:latin typeface="Courier New"/>
              </a:rPr>
              <a:t>Cache</a:t>
            </a:r>
            <a:r>
              <a:rPr sz="745" b="0" i="0" u="none">
                <a:solidFill>
                  <a:srgbClr val="9CDCFE"/>
                </a:solidFill>
                <a:latin typeface="Courier New"/>
              </a:rPr>
              <a:t>&gt; = {},</a:t>
            </a:r>
          </a:p>
          <a:p>
            <a:pPr algn="l">
              <a:lnSpc>
                <a:spcPts val="1117"/>
              </a:lnSpc>
              <a:spcBef>
                <a:spcPts val="0"/>
              </a:spcBef>
              <a:spcAft>
                <a:spcPts val="0"/>
              </a:spcAft>
            </a:pPr>
            <a:r>
              <a:rPr sz="745" b="0" i="0" u="none">
                <a:solidFill>
                  <a:srgbClr val="D4D4D4"/>
                </a:solidFill>
                <a:latin typeface="Courier New"/>
              </a:rPr>
              <a:t>): </a:t>
            </a:r>
            <a:r>
              <a:rPr sz="745" b="0" i="0" u="none">
                <a:solidFill>
                  <a:srgbClr val="4EC9B0"/>
                </a:solidFill>
                <a:latin typeface="Courier New"/>
              </a:rPr>
              <a:t>Promise</a:t>
            </a:r>
            <a:r>
              <a:rPr sz="745" b="0" i="0" u="none">
                <a:solidFill>
                  <a:srgbClr val="D4D4D4"/>
                </a:solidFill>
                <a:latin typeface="Courier New"/>
              </a:rPr>
              <a:t>&lt;</a:t>
            </a:r>
            <a:r>
              <a:rPr sz="745" b="0" i="0" u="none">
                <a:solidFill>
                  <a:srgbClr val="4EC9B0"/>
                </a:solidFill>
                <a:latin typeface="Courier New"/>
              </a:rPr>
              <a:t>string</a:t>
            </a:r>
            <a:r>
              <a:rPr sz="745" b="0" i="0" u="none">
                <a:solidFill>
                  <a:srgbClr val="D4D4D4"/>
                </a:solidFill>
                <a:latin typeface="Courier New"/>
              </a:rPr>
              <a:t>&gt;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t0 = performance.</a:t>
            </a:r>
            <a:r>
              <a:rPr sz="745" b="0" i="0" u="none">
                <a:solidFill>
                  <a:srgbClr val="DCDCAA"/>
                </a:solidFill>
                <a:latin typeface="Courier New"/>
              </a:rPr>
              <a:t>now</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1" u="none">
                <a:solidFill>
                  <a:srgbClr val="6A9955"/>
                </a:solidFill>
                <a:latin typeface="Courier New"/>
              </a:rPr>
              <a:t>// one retry: a 529 is the API saying "later", not "no"</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for</a:t>
            </a:r>
            <a:r>
              <a:rPr sz="745" b="0" i="0" u="none">
                <a:solidFill>
                  <a:srgbClr val="D4D4D4"/>
                </a:solidFill>
                <a:latin typeface="Courier New"/>
              </a:rPr>
              <a:t> (</a:t>
            </a:r>
            <a:r>
              <a:rPr sz="745" b="0" i="0" u="none">
                <a:solidFill>
                  <a:srgbClr val="569CD6"/>
                </a:solidFill>
                <a:latin typeface="Courier New"/>
              </a:rPr>
              <a:t>let</a:t>
            </a:r>
            <a:r>
              <a:rPr sz="745" b="0" i="0" u="none">
                <a:solidFill>
                  <a:srgbClr val="D4D4D4"/>
                </a:solidFill>
                <a:latin typeface="Courier New"/>
              </a:rPr>
              <a:t> i = </a:t>
            </a:r>
            <a:r>
              <a:rPr sz="745" b="0" i="0" u="none">
                <a:solidFill>
                  <a:srgbClr val="B5CEA8"/>
                </a:solidFill>
                <a:latin typeface="Courier New"/>
              </a:rPr>
              <a:t>0</a:t>
            </a:r>
            <a:r>
              <a:rPr sz="745" b="0" i="0" u="none">
                <a:solidFill>
                  <a:srgbClr val="D4D4D4"/>
                </a:solidFill>
                <a:latin typeface="Courier New"/>
              </a:rPr>
              <a:t>; i &lt; </a:t>
            </a:r>
            <a:r>
              <a:rPr sz="745" b="0" i="0" u="none">
                <a:solidFill>
                  <a:srgbClr val="B5CEA8"/>
                </a:solidFill>
                <a:latin typeface="Courier New"/>
              </a:rPr>
              <a:t>2</a:t>
            </a:r>
            <a:r>
              <a:rPr sz="745" b="0" i="0" u="none">
                <a:solidFill>
                  <a:srgbClr val="D4D4D4"/>
                </a:solidFill>
                <a:latin typeface="Courier New"/>
              </a:rPr>
              <a:t>; i++)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res = </a:t>
            </a:r>
            <a:r>
              <a:rPr sz="745" b="0" i="0" u="none">
                <a:solidFill>
                  <a:srgbClr val="569CD6"/>
                </a:solidFill>
                <a:latin typeface="Courier New"/>
              </a:rPr>
              <a:t>await</a:t>
            </a:r>
            <a:r>
              <a:rPr sz="745" b="0" i="0" u="none">
                <a:solidFill>
                  <a:srgbClr val="D4D4D4"/>
                </a:solidFill>
                <a:latin typeface="Courier New"/>
              </a:rPr>
              <a:t> client.</a:t>
            </a:r>
            <a:r>
              <a:rPr sz="745" b="0" i="0" u="none">
                <a:solidFill>
                  <a:srgbClr val="9CDCFE"/>
                </a:solidFill>
                <a:latin typeface="Courier New"/>
              </a:rPr>
              <a:t>messages</a:t>
            </a:r>
            <a:r>
              <a:rPr sz="745" b="0" i="0" u="none">
                <a:solidFill>
                  <a:srgbClr val="D4D4D4"/>
                </a:solidFill>
                <a:latin typeface="Courier New"/>
              </a:rPr>
              <a:t>.</a:t>
            </a:r>
            <a:r>
              <a:rPr sz="745" b="0" i="0" u="none">
                <a:solidFill>
                  <a:srgbClr val="DCDCAA"/>
                </a:solidFill>
                <a:latin typeface="Courier New"/>
              </a:rPr>
              <a:t>create</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model</a:t>
            </a:r>
            <a:r>
              <a:rPr sz="745" b="0" i="0" u="none">
                <a:solidFill>
                  <a:srgbClr val="D4D4D4"/>
                </a:solidFill>
                <a:latin typeface="Courier New"/>
              </a:rPr>
              <a:t>: </a:t>
            </a:r>
            <a:r>
              <a:rPr sz="745" b="0" i="0" u="none">
                <a:solidFill>
                  <a:srgbClr val="CE9178"/>
                </a:solidFill>
                <a:latin typeface="Courier New"/>
              </a:rPr>
              <a:t>"claude-opus-4-8"</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max_tokens</a:t>
            </a:r>
            <a:r>
              <a:rPr sz="745" b="0" i="0" u="none">
                <a:solidFill>
                  <a:srgbClr val="D4D4D4"/>
                </a:solidFill>
                <a:latin typeface="Courier New"/>
              </a:rPr>
              <a:t>: </a:t>
            </a:r>
            <a:r>
              <a:rPr sz="745" b="0" i="0" u="none">
                <a:solidFill>
                  <a:srgbClr val="B5CEA8"/>
                </a:solidFill>
                <a:latin typeface="Courier New"/>
              </a:rPr>
              <a:t>1024</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 </a:t>
            </a:r>
            <a:r>
              <a:rPr sz="745" b="0" i="0" u="none">
                <a:solidFill>
                  <a:srgbClr val="9CDCFE"/>
                </a:solidFill>
                <a:latin typeface="Courier New"/>
              </a:rPr>
              <a:t>type</a:t>
            </a:r>
            <a:r>
              <a:rPr sz="745" b="0" i="0" u="none">
                <a:solidFill>
                  <a:srgbClr val="D4D4D4"/>
                </a:solidFill>
                <a:latin typeface="Courier New"/>
              </a:rPr>
              <a:t>: </a:t>
            </a:r>
            <a:r>
              <a:rPr sz="745" b="0" i="0" u="none">
                <a:solidFill>
                  <a:srgbClr val="CE9178"/>
                </a:solidFill>
                <a:latin typeface="Courier New"/>
              </a:rPr>
              <a:t>"text"</a:t>
            </a:r>
            <a:r>
              <a:rPr sz="745" b="0" i="0" u="none">
                <a:solidFill>
                  <a:srgbClr val="D4D4D4"/>
                </a:solidFill>
                <a:latin typeface="Courier New"/>
              </a:rPr>
              <a:t>, </a:t>
            </a:r>
            <a:r>
              <a:rPr sz="745" b="0" i="0" u="none">
                <a:solidFill>
                  <a:srgbClr val="9CDCFE"/>
                </a:solidFill>
                <a:latin typeface="Courier New"/>
              </a:rPr>
              <a:t>text</a:t>
            </a: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messages</a:t>
            </a:r>
            <a:r>
              <a:rPr sz="745" b="0" i="0" u="none">
                <a:solidFill>
                  <a:srgbClr val="D4D4D4"/>
                </a:solidFill>
                <a:latin typeface="Courier New"/>
              </a:rPr>
              <a:t>: [{ </a:t>
            </a:r>
            <a:r>
              <a:rPr sz="745" b="0" i="0" u="none">
                <a:solidFill>
                  <a:srgbClr val="9CDCFE"/>
                </a:solidFill>
                <a:latin typeface="Courier New"/>
              </a:rPr>
              <a:t>role</a:t>
            </a:r>
            <a:r>
              <a:rPr sz="745" b="0" i="0" u="none">
                <a:solidFill>
                  <a:srgbClr val="D4D4D4"/>
                </a:solidFill>
                <a:latin typeface="Courier New"/>
              </a:rPr>
              <a:t>: </a:t>
            </a:r>
            <a:r>
              <a:rPr sz="745" b="0" i="0" u="none">
                <a:solidFill>
                  <a:srgbClr val="CE9178"/>
                </a:solidFill>
                <a:latin typeface="Courier New"/>
              </a:rPr>
              <a:t>"user"</a:t>
            </a:r>
            <a:r>
              <a:rPr sz="745" b="0" i="0" u="none">
                <a:solidFill>
                  <a:srgbClr val="D4D4D4"/>
                </a:solidFill>
                <a:latin typeface="Courier New"/>
              </a:rPr>
              <a:t>, </a:t>
            </a:r>
            <a:r>
              <a:rPr sz="745" b="0" i="0" u="none">
                <a:solidFill>
                  <a:srgbClr val="9CDCFE"/>
                </a:solidFill>
                <a:latin typeface="Courier New"/>
              </a:rPr>
              <a:t>content</a:t>
            </a:r>
            <a:r>
              <a:rPr sz="745" b="0" i="0" u="none">
                <a:solidFill>
                  <a:srgbClr val="D4D4D4"/>
                </a:solidFill>
                <a:latin typeface="Courier New"/>
              </a:rPr>
              <a:t>: prompt }],</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if</a:t>
            </a:r>
            <a:r>
              <a:rPr sz="745" b="0" i="0" u="none">
                <a:solidFill>
                  <a:srgbClr val="D4D4D4"/>
                </a:solidFill>
                <a:latin typeface="Courier New"/>
              </a:rPr>
              <a:t> (res.</a:t>
            </a:r>
            <a:r>
              <a:rPr sz="745" b="0" i="0" u="none">
                <a:solidFill>
                  <a:srgbClr val="9CDCFE"/>
                </a:solidFill>
                <a:latin typeface="Courier New"/>
              </a:rPr>
              <a:t>stop_reason</a:t>
            </a:r>
            <a:r>
              <a:rPr sz="745" b="0" i="0" u="none">
                <a:solidFill>
                  <a:srgbClr val="D4D4D4"/>
                </a:solidFill>
                <a:latin typeface="Courier New"/>
              </a:rPr>
              <a:t> !== </a:t>
            </a:r>
            <a:r>
              <a:rPr sz="745" b="0" i="0" u="none">
                <a:solidFill>
                  <a:srgbClr val="CE9178"/>
                </a:solidFill>
                <a:latin typeface="Courier New"/>
              </a:rPr>
              <a:t>"overloaded"</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log.</a:t>
            </a:r>
            <a:r>
              <a:rPr sz="745" b="0" i="0" u="none">
                <a:solidFill>
                  <a:srgbClr val="DCDCAA"/>
                </a:solidFill>
                <a:latin typeface="Courier New"/>
              </a:rPr>
              <a:t>info</a:t>
            </a:r>
            <a:r>
              <a:rPr sz="745" b="0" i="0" u="none">
                <a:solidFill>
                  <a:srgbClr val="D4D4D4"/>
                </a:solidFill>
                <a:latin typeface="Courier New"/>
              </a:rPr>
              <a:t>(</a:t>
            </a:r>
            <a:r>
              <a:rPr sz="745" b="0" i="0" u="none">
                <a:solidFill>
                  <a:srgbClr val="CE9178"/>
                </a:solidFill>
                <a:latin typeface="Courier New"/>
              </a:rPr>
              <a:t>"ask"</a:t>
            </a:r>
            <a:r>
              <a:rPr sz="745" b="0" i="0" u="none">
                <a:solidFill>
                  <a:srgbClr val="D4D4D4"/>
                </a:solidFill>
                <a:latin typeface="Courier New"/>
              </a:rPr>
              <a:t>, { </a:t>
            </a:r>
            <a:r>
              <a:rPr sz="745" b="0" i="0" u="none">
                <a:solidFill>
                  <a:srgbClr val="9CDCFE"/>
                </a:solidFill>
                <a:latin typeface="Courier New"/>
              </a:rPr>
              <a:t>ms</a:t>
            </a:r>
            <a:r>
              <a:rPr sz="745" b="0" i="0" u="none">
                <a:solidFill>
                  <a:srgbClr val="D4D4D4"/>
                </a:solidFill>
                <a:latin typeface="Courier New"/>
              </a:rPr>
              <a:t>: performance.</a:t>
            </a:r>
            <a:r>
              <a:rPr sz="745" b="0" i="0" u="none">
                <a:solidFill>
                  <a:srgbClr val="DCDCAA"/>
                </a:solidFill>
                <a:latin typeface="Courier New"/>
              </a:rPr>
              <a:t>now</a:t>
            </a:r>
            <a:r>
              <a:rPr sz="745" b="0" i="0" u="none">
                <a:solidFill>
                  <a:srgbClr val="D4D4D4"/>
                </a:solidFill>
                <a:latin typeface="Courier New"/>
              </a:rPr>
              <a:t>() - t0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return</a:t>
            </a:r>
            <a:r>
              <a:rPr sz="745" b="0" i="0" u="none">
                <a:solidFill>
                  <a:srgbClr val="D4D4D4"/>
                </a:solidFill>
                <a:latin typeface="Courier New"/>
              </a:rPr>
              <a:t> res.</a:t>
            </a:r>
            <a:r>
              <a:rPr sz="745" b="0" i="0" u="none">
                <a:solidFill>
                  <a:srgbClr val="9CDCFE"/>
                </a:solidFill>
                <a:latin typeface="Courier New"/>
              </a:rPr>
              <a:t>content</a:t>
            </a:r>
            <a:r>
              <a:rPr sz="745" b="0" i="0" u="none">
                <a:solidFill>
                  <a:srgbClr val="D4D4D4"/>
                </a:solidFill>
                <a:latin typeface="Courier New"/>
              </a:rPr>
              <a:t>[</a:t>
            </a:r>
            <a:r>
              <a:rPr sz="745" b="0" i="0" u="none">
                <a:solidFill>
                  <a:srgbClr val="B5CEA8"/>
                </a:solidFill>
                <a:latin typeface="Courier New"/>
              </a:rPr>
              <a:t>0</a:t>
            </a:r>
            <a:r>
              <a:rPr sz="745" b="0" i="0" u="none">
                <a:solidFill>
                  <a:srgbClr val="D4D4D4"/>
                </a:solidFill>
                <a:latin typeface="Courier New"/>
              </a:rPr>
              <a:t>].</a:t>
            </a:r>
            <a:r>
              <a:rPr sz="745" b="0" i="0" u="none">
                <a:solidFill>
                  <a:srgbClr val="9CDCFE"/>
                </a:solidFill>
                <a:latin typeface="Courier New"/>
              </a:rPr>
              <a:t>text</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await</a:t>
            </a:r>
            <a:r>
              <a:rPr sz="745" b="0" i="0" u="none">
                <a:solidFill>
                  <a:srgbClr val="D4D4D4"/>
                </a:solidFill>
                <a:latin typeface="Courier New"/>
              </a:rPr>
              <a:t> </a:t>
            </a:r>
            <a:r>
              <a:rPr sz="745" b="0" i="0" u="none">
                <a:solidFill>
                  <a:srgbClr val="DCDCAA"/>
                </a:solidFill>
                <a:latin typeface="Courier New"/>
              </a:rPr>
              <a:t>sleep</a:t>
            </a:r>
            <a:r>
              <a:rPr sz="745" b="0" i="0" u="none">
                <a:solidFill>
                  <a:srgbClr val="D4D4D4"/>
                </a:solidFill>
                <a:latin typeface="Courier New"/>
              </a:rPr>
              <a:t>(</a:t>
            </a:r>
            <a:r>
              <a:rPr sz="745" b="0" i="0" u="none">
                <a:solidFill>
                  <a:srgbClr val="B5CEA8"/>
                </a:solidFill>
                <a:latin typeface="Courier New"/>
              </a:rPr>
              <a:t>250</a:t>
            </a:r>
            <a:r>
              <a:rPr sz="745" b="0" i="0" u="none">
                <a:solidFill>
                  <a:srgbClr val="D4D4D4"/>
                </a:solidFill>
                <a:latin typeface="Courier New"/>
              </a:rPr>
              <a:t> * (i + </a:t>
            </a:r>
            <a:r>
              <a:rPr sz="745" b="0" i="0" u="none">
                <a:solidFill>
                  <a:srgbClr val="B5CEA8"/>
                </a:solidFill>
                <a:latin typeface="Courier New"/>
              </a:rPr>
              <a:t>1</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throw</a:t>
            </a:r>
            <a:r>
              <a:rPr sz="745" b="0" i="0" u="none">
                <a:solidFill>
                  <a:srgbClr val="D4D4D4"/>
                </a:solidFill>
                <a:latin typeface="Courier New"/>
              </a:rPr>
              <a:t> </a:t>
            </a:r>
            <a:r>
              <a:rPr sz="745" b="0" i="0" u="none">
                <a:solidFill>
                  <a:srgbClr val="569CD6"/>
                </a:solidFill>
                <a:latin typeface="Courier New"/>
              </a:rPr>
              <a:t>new</a:t>
            </a:r>
            <a:r>
              <a:rPr sz="745" b="0" i="0" u="none">
                <a:solidFill>
                  <a:srgbClr val="D4D4D4"/>
                </a:solidFill>
                <a:latin typeface="Courier New"/>
              </a:rPr>
              <a:t> </a:t>
            </a:r>
            <a:r>
              <a:rPr sz="745" b="0" i="0" u="none">
                <a:solidFill>
                  <a:srgbClr val="4EC9B0"/>
                </a:solidFill>
                <a:latin typeface="Courier New"/>
              </a:rPr>
              <a:t>Error</a:t>
            </a:r>
            <a:r>
              <a:rPr sz="745" b="0" i="0" u="none">
                <a:solidFill>
                  <a:srgbClr val="D4D4D4"/>
                </a:solidFill>
                <a:latin typeface="Courier New"/>
              </a:rPr>
              <a:t>(</a:t>
            </a:r>
            <a:r>
              <a:rPr sz="745" b="0" i="0" u="none">
                <a:solidFill>
                  <a:srgbClr val="CE9178"/>
                </a:solidFill>
                <a:latin typeface="Courier New"/>
              </a:rPr>
              <a:t>"overloaded"</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1775555"/>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262789"/>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536347"/>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262789"/>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536347"/>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192369"/>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33650"/>
            <a:ext cx="707041" cy="707041"/>
          </a:xfrm>
          <a:prstGeom prst="rect">
            <a:avLst/>
          </a:prstGeom>
        </p:spPr>
      </p:pic>
      <p:sp>
        <p:nvSpPr>
          <p:cNvPr id="8" name="TextBox 7"/>
          <p:cNvSpPr txBox="1"/>
          <p:nvPr/>
        </p:nvSpPr>
        <p:spPr>
          <a:xfrm>
            <a:off x="7516082" y="2524125"/>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391376"/>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192369"/>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33650"/>
            <a:ext cx="707041" cy="707041"/>
          </a:xfrm>
          <a:prstGeom prst="rect">
            <a:avLst/>
          </a:prstGeom>
        </p:spPr>
      </p:pic>
      <p:sp>
        <p:nvSpPr>
          <p:cNvPr id="12" name="TextBox 11"/>
          <p:cNvSpPr txBox="1"/>
          <p:nvPr/>
        </p:nvSpPr>
        <p:spPr>
          <a:xfrm>
            <a:off x="10462641" y="2524125"/>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391376"/>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82022"/>
            <a:ext cx="529113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1549" y="4321492"/>
            <a:ext cx="703421" cy="703421"/>
          </a:xfrm>
          <a:prstGeom prst="rect">
            <a:avLst/>
          </a:prstGeom>
        </p:spPr>
      </p:pic>
      <p:sp>
        <p:nvSpPr>
          <p:cNvPr id="8" name="TextBox 7"/>
          <p:cNvSpPr txBox="1"/>
          <p:nvPr/>
        </p:nvSpPr>
        <p:spPr>
          <a:xfrm>
            <a:off x="1870996" y="4312063"/>
            <a:ext cx="3837622" cy="397954"/>
          </a:xfrm>
          <a:prstGeom prst="rect">
            <a:avLst/>
          </a:prstGeom>
          <a:noFill/>
        </p:spPr>
        <p:txBody>
          <a:bodyPr wrap="none" anchor="ctr" lIns="0" tIns="0" rIns="0" bIns="0">
            <a:noAutofit/>
          </a:bodyPr>
          <a:lstStyle/>
          <a:p>
            <a:pPr algn="l">
              <a:lnSpc>
                <a:spcPts val="3032"/>
              </a:lnSpc>
              <a:spcBef>
                <a:spcPts val="0"/>
              </a:spcBef>
              <a:spcAft>
                <a:spcPts val="0"/>
              </a:spcAft>
            </a:pPr>
            <a:r>
              <a:rPr sz="2756" b="1" i="0" u="none">
                <a:solidFill>
                  <a:srgbClr val="1F1E1E"/>
                </a:solidFill>
                <a:latin typeface="Arial"/>
              </a:rPr>
              <a:t>Design first</a:t>
            </a:r>
          </a:p>
        </p:txBody>
      </p:sp>
      <p:sp>
        <p:nvSpPr>
          <p:cNvPr id="9" name="TextBox 8"/>
          <p:cNvSpPr txBox="1"/>
          <p:nvPr/>
        </p:nvSpPr>
        <p:spPr>
          <a:xfrm>
            <a:off x="1870996" y="4787932"/>
            <a:ext cx="3875565" cy="688372"/>
          </a:xfrm>
          <a:prstGeom prst="rect">
            <a:avLst/>
          </a:prstGeom>
          <a:noFill/>
        </p:spPr>
        <p:txBody>
          <a:bodyPr wrap="square" anchor="ctr" lIns="0" tIns="0" rIns="0" bIns="0">
            <a:noAutofit/>
          </a:bodyPr>
          <a:lstStyle/>
          <a:p>
            <a:pPr algn="l">
              <a:lnSpc>
                <a:spcPts val="2780"/>
              </a:lnSpc>
              <a:spcBef>
                <a:spcPts val="0"/>
              </a:spcBef>
              <a:spcAft>
                <a:spcPts val="0"/>
              </a:spcAft>
            </a:pPr>
            <a:r>
              <a:rPr sz="2138" b="0" i="0" u="none">
                <a:solidFill>
                  <a:srgbClr val="3B3535"/>
                </a:solidFill>
                <a:latin typeface="Arial"/>
              </a:rPr>
              <a:t>How the canvas is divided is chosen before the template.</a:t>
            </a:r>
          </a:p>
        </p:txBody>
      </p:sp>
      <p:sp>
        <p:nvSpPr>
          <p:cNvPr id="10" name="Rounded Rectangle 9"/>
          <p:cNvSpPr/>
          <p:nvPr/>
        </p:nvSpPr>
        <p:spPr>
          <a:xfrm>
            <a:off x="6228398" y="3982022"/>
            <a:ext cx="529132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19482" y="4321492"/>
            <a:ext cx="703421" cy="703421"/>
          </a:xfrm>
          <a:prstGeom prst="rect">
            <a:avLst/>
          </a:prstGeom>
        </p:spPr>
      </p:pic>
      <p:sp>
        <p:nvSpPr>
          <p:cNvPr id="12" name="TextBox 11"/>
          <p:cNvSpPr txBox="1"/>
          <p:nvPr/>
        </p:nvSpPr>
        <p:spPr>
          <a:xfrm>
            <a:off x="7429024" y="4312063"/>
            <a:ext cx="3837718" cy="397954"/>
          </a:xfrm>
          <a:prstGeom prst="rect">
            <a:avLst/>
          </a:prstGeom>
          <a:noFill/>
        </p:spPr>
        <p:txBody>
          <a:bodyPr wrap="none" anchor="ctr" lIns="0" tIns="0" rIns="0" bIns="0">
            <a:noAutofit/>
          </a:bodyPr>
          <a:lstStyle/>
          <a:p>
            <a:pPr algn="l">
              <a:lnSpc>
                <a:spcPts val="3032"/>
              </a:lnSpc>
              <a:spcBef>
                <a:spcPts val="0"/>
              </a:spcBef>
              <a:spcAft>
                <a:spcPts val="0"/>
              </a:spcAft>
            </a:pPr>
            <a:r>
              <a:rPr sz="2756" b="1" i="0" u="none">
                <a:solidFill>
                  <a:srgbClr val="1F1E1E"/>
                </a:solidFill>
                <a:latin typeface="Arial"/>
              </a:rPr>
              <a:t>Style second</a:t>
            </a:r>
          </a:p>
        </p:txBody>
      </p:sp>
      <p:sp>
        <p:nvSpPr>
          <p:cNvPr id="13" name="TextBox 12"/>
          <p:cNvSpPr txBox="1"/>
          <p:nvPr/>
        </p:nvSpPr>
        <p:spPr>
          <a:xfrm>
            <a:off x="7429024" y="4787932"/>
            <a:ext cx="3875662" cy="688372"/>
          </a:xfrm>
          <a:prstGeom prst="rect">
            <a:avLst/>
          </a:prstGeom>
          <a:noFill/>
        </p:spPr>
        <p:txBody>
          <a:bodyPr wrap="square" anchor="ctr" lIns="0" tIns="0" rIns="0" bIns="0">
            <a:noAutofit/>
          </a:bodyPr>
          <a:lstStyle/>
          <a:p>
            <a:pPr algn="l">
              <a:lnSpc>
                <a:spcPts val="2780"/>
              </a:lnSpc>
              <a:spcBef>
                <a:spcPts val="0"/>
              </a:spcBef>
              <a:spcAft>
                <a:spcPts val="0"/>
              </a:spcAft>
            </a:pPr>
            <a:r>
              <a:rPr sz="2138"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97044"/>
          </a:xfrm>
          <a:prstGeom prst="roundRect">
            <a:avLst>
              <a:gd name="adj" fmla="val 1140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782122" y="2201894"/>
            <a:ext cx="2627566" cy="1477994"/>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2967323"/>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281172"/>
            <a:ext cx="650176" cy="650176"/>
          </a:xfrm>
          <a:prstGeom prst="rect">
            <a:avLst/>
          </a:prstGeom>
        </p:spPr>
      </p:pic>
      <p:sp>
        <p:nvSpPr>
          <p:cNvPr id="8" name="TextBox 7"/>
          <p:cNvSpPr txBox="1"/>
          <p:nvPr/>
        </p:nvSpPr>
        <p:spPr>
          <a:xfrm>
            <a:off x="1780127" y="3272314"/>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12178"/>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2967323"/>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281172"/>
            <a:ext cx="650176" cy="650176"/>
          </a:xfrm>
          <a:prstGeom prst="rect">
            <a:avLst/>
          </a:prstGeom>
        </p:spPr>
      </p:pic>
      <p:sp>
        <p:nvSpPr>
          <p:cNvPr id="12" name="TextBox 11"/>
          <p:cNvSpPr txBox="1"/>
          <p:nvPr/>
        </p:nvSpPr>
        <p:spPr>
          <a:xfrm>
            <a:off x="5194078" y="3272314"/>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069747"/>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192369"/>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2533650"/>
            <a:ext cx="707041" cy="707041"/>
          </a:xfrm>
          <a:prstGeom prst="rect">
            <a:avLst/>
          </a:prstGeom>
        </p:spPr>
      </p:pic>
      <p:sp>
        <p:nvSpPr>
          <p:cNvPr id="8" name="TextBox 7"/>
          <p:cNvSpPr txBox="1"/>
          <p:nvPr/>
        </p:nvSpPr>
        <p:spPr>
          <a:xfrm>
            <a:off x="1877282" y="252412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002471"/>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192369"/>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2533650"/>
            <a:ext cx="707041" cy="707041"/>
          </a:xfrm>
          <a:prstGeom prst="rect">
            <a:avLst/>
          </a:prstGeom>
        </p:spPr>
      </p:pic>
      <p:sp>
        <p:nvSpPr>
          <p:cNvPr id="12" name="TextBox 11"/>
          <p:cNvSpPr txBox="1"/>
          <p:nvPr/>
        </p:nvSpPr>
        <p:spPr>
          <a:xfrm>
            <a:off x="7435882" y="252412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002471"/>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613630"/>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1954816"/>
            <a:ext cx="707041" cy="707041"/>
          </a:xfrm>
          <a:prstGeom prst="rect">
            <a:avLst/>
          </a:prstGeom>
        </p:spPr>
      </p:pic>
      <p:sp>
        <p:nvSpPr>
          <p:cNvPr id="5" name="TextBox 4"/>
          <p:cNvSpPr txBox="1"/>
          <p:nvPr/>
        </p:nvSpPr>
        <p:spPr>
          <a:xfrm>
            <a:off x="1877282" y="1945291"/>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423636"/>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613630"/>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1954816"/>
            <a:ext cx="707041" cy="707041"/>
          </a:xfrm>
          <a:prstGeom prst="rect">
            <a:avLst/>
          </a:prstGeom>
        </p:spPr>
      </p:pic>
      <p:sp>
        <p:nvSpPr>
          <p:cNvPr id="9" name="TextBox 8"/>
          <p:cNvSpPr txBox="1"/>
          <p:nvPr/>
        </p:nvSpPr>
        <p:spPr>
          <a:xfrm>
            <a:off x="5354098" y="1945291"/>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812542"/>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166652"/>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07932"/>
            <a:ext cx="707041" cy="707041"/>
          </a:xfrm>
          <a:prstGeom prst="rect">
            <a:avLst/>
          </a:prstGeom>
        </p:spPr>
      </p:pic>
      <p:sp>
        <p:nvSpPr>
          <p:cNvPr id="5" name="TextBox 4"/>
          <p:cNvSpPr txBox="1"/>
          <p:nvPr/>
        </p:nvSpPr>
        <p:spPr>
          <a:xfrm>
            <a:off x="1877282" y="2498408"/>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2976753"/>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166652"/>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07932"/>
            <a:ext cx="707041" cy="707041"/>
          </a:xfrm>
          <a:prstGeom prst="rect">
            <a:avLst/>
          </a:prstGeom>
        </p:spPr>
      </p:pic>
      <p:sp>
        <p:nvSpPr>
          <p:cNvPr id="9" name="TextBox 8"/>
          <p:cNvSpPr txBox="1"/>
          <p:nvPr/>
        </p:nvSpPr>
        <p:spPr>
          <a:xfrm>
            <a:off x="5707856" y="2498408"/>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2976753"/>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19236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484977"/>
            <a:ext cx="560832" cy="560832"/>
          </a:xfrm>
          <a:prstGeom prst="rect">
            <a:avLst/>
          </a:prstGeom>
        </p:spPr>
      </p:pic>
      <p:sp>
        <p:nvSpPr>
          <p:cNvPr id="8" name="TextBox 7"/>
          <p:cNvSpPr txBox="1"/>
          <p:nvPr/>
        </p:nvSpPr>
        <p:spPr>
          <a:xfrm>
            <a:off x="1816322" y="251355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1775555"/>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1921669"/>
            <a:ext cx="243745" cy="243745"/>
          </a:xfrm>
          <a:prstGeom prst="rect">
            <a:avLst/>
          </a:prstGeom>
        </p:spPr>
      </p:pic>
      <p:sp>
        <p:nvSpPr>
          <p:cNvPr id="8" name="TextBox 7"/>
          <p:cNvSpPr txBox="1"/>
          <p:nvPr/>
        </p:nvSpPr>
        <p:spPr>
          <a:xfrm>
            <a:off x="1251680" y="1916430"/>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265299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2994279"/>
            <a:ext cx="707041" cy="707041"/>
          </a:xfrm>
          <a:prstGeom prst="rect">
            <a:avLst/>
          </a:prstGeom>
        </p:spPr>
      </p:pic>
      <p:sp>
        <p:nvSpPr>
          <p:cNvPr id="11" name="TextBox 10"/>
          <p:cNvSpPr txBox="1"/>
          <p:nvPr/>
        </p:nvSpPr>
        <p:spPr>
          <a:xfrm>
            <a:off x="1877282" y="2984754"/>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346310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265299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2994279"/>
            <a:ext cx="707041" cy="707041"/>
          </a:xfrm>
          <a:prstGeom prst="rect">
            <a:avLst/>
          </a:prstGeom>
        </p:spPr>
      </p:pic>
      <p:sp>
        <p:nvSpPr>
          <p:cNvPr id="15" name="TextBox 14"/>
          <p:cNvSpPr txBox="1"/>
          <p:nvPr/>
        </p:nvSpPr>
        <p:spPr>
          <a:xfrm>
            <a:off x="7435882" y="2984754"/>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346310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976586" y="3760565"/>
            <a:ext cx="4582858"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5555"/>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0975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024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024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2986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0584"/>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0975"/>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0975"/>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0599"/>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008"/>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1318"/>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1805"/>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1805"/>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1334"/>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053"/>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2539"/>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2539"/>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163"/>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6800"/>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6800"/>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2916"/>
            <a:ext cx="179927" cy="179927"/>
          </a:xfrm>
          <a:prstGeom prst="rect">
            <a:avLst/>
          </a:prstGeom>
        </p:spPr>
      </p:pic>
      <p:sp>
        <p:nvSpPr>
          <p:cNvPr id="26" name="TextBox 25"/>
          <p:cNvSpPr txBox="1"/>
          <p:nvPr/>
        </p:nvSpPr>
        <p:spPr>
          <a:xfrm>
            <a:off x="1173004" y="5056251"/>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1426"/>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89784"/>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510" y="3760565"/>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28577"/>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563558"/>
            <a:ext cx="486823" cy="486823"/>
          </a:xfrm>
          <a:prstGeom prst="rect">
            <a:avLst/>
          </a:prstGeom>
        </p:spPr>
      </p:pic>
      <p:sp>
        <p:nvSpPr>
          <p:cNvPr id="7" name="TextBox 6"/>
          <p:cNvSpPr txBox="1"/>
          <p:nvPr/>
        </p:nvSpPr>
        <p:spPr>
          <a:xfrm>
            <a:off x="1501426" y="2556986"/>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154013"/>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28577"/>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563558"/>
            <a:ext cx="486823" cy="486823"/>
          </a:xfrm>
          <a:prstGeom prst="rect">
            <a:avLst/>
          </a:prstGeom>
        </p:spPr>
      </p:pic>
      <p:sp>
        <p:nvSpPr>
          <p:cNvPr id="11" name="TextBox 10"/>
          <p:cNvSpPr txBox="1"/>
          <p:nvPr/>
        </p:nvSpPr>
        <p:spPr>
          <a:xfrm>
            <a:off x="4198715" y="2556986"/>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154013"/>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787551"/>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22532"/>
            <a:ext cx="486823" cy="486823"/>
          </a:xfrm>
          <a:prstGeom prst="rect">
            <a:avLst/>
          </a:prstGeom>
        </p:spPr>
      </p:pic>
      <p:sp>
        <p:nvSpPr>
          <p:cNvPr id="15" name="TextBox 14"/>
          <p:cNvSpPr txBox="1"/>
          <p:nvPr/>
        </p:nvSpPr>
        <p:spPr>
          <a:xfrm>
            <a:off x="1501426" y="5015960"/>
            <a:ext cx="4215956" cy="275463"/>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345335"/>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26018"/>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8A8A94"/>
                </a:solidFill>
                <a:latin typeface="Courier New"/>
              </a:rPr>
              <a:t>PYTHON</a:t>
            </a:r>
          </a:p>
        </p:txBody>
      </p:sp>
      <p:sp>
        <p:nvSpPr>
          <p:cNvPr id="24" name="TextBox 23"/>
          <p:cNvSpPr txBox="1"/>
          <p:nvPr/>
        </p:nvSpPr>
        <p:spPr>
          <a:xfrm>
            <a:off x="6562534" y="2924651"/>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D4D4D4"/>
                </a:solidFill>
                <a:latin typeface="Courier New"/>
              </a:rPr>
              <a:t>scaler = StandardScaler()</a:t>
            </a:r>
          </a:p>
          <a:p>
            <a:pPr algn="l">
              <a:lnSpc>
                <a:spcPts val="2664"/>
              </a:lnSpc>
              <a:spcBef>
                <a:spcPts val="0"/>
              </a:spcBef>
              <a:spcAft>
                <a:spcPts val="0"/>
              </a:spcAft>
            </a:pPr>
            <a:r>
              <a:rPr sz="1776" b="0" i="0" u="none">
                <a:solidFill>
                  <a:srgbClr val="D4D4D4"/>
                </a:solidFill>
                <a:latin typeface="Courier New"/>
              </a:rPr>
              <a:t>scaler.fit(X_train)            </a:t>
            </a:r>
            <a:r>
              <a:rPr sz="1776" b="0" i="1" u="none">
                <a:solidFill>
                  <a:srgbClr val="6A9955"/>
                </a:solidFill>
                <a:latin typeface="Courier New"/>
              </a:rPr>
              <a:t># train only</a:t>
            </a:r>
          </a:p>
          <a:p>
            <a:pPr algn="l">
              <a:lnSpc>
                <a:spcPts val="2664"/>
              </a:lnSpc>
              <a:spcBef>
                <a:spcPts val="0"/>
              </a:spcBef>
              <a:spcAft>
                <a:spcPts val="0"/>
              </a:spcAft>
            </a:pPr>
            <a:r>
              <a:rPr sz="1776" b="0" i="0" u="none">
                <a:solidFill>
                  <a:srgbClr val="D4D4D4"/>
                </a:solidFill>
                <a:latin typeface="Courier New"/>
              </a:rPr>
              <a:t>X_val  = scaler.transform(X_val)</a:t>
            </a:r>
          </a:p>
          <a:p>
            <a:pPr algn="l">
              <a:lnSpc>
                <a:spcPts val="2664"/>
              </a:lnSpc>
              <a:spcBef>
                <a:spcPts val="0"/>
              </a:spcBef>
              <a:spcAft>
                <a:spcPts val="0"/>
              </a:spcAft>
            </a:pPr>
            <a:r>
              <a:rPr sz="1776" b="0" i="0" u="none">
                <a:solidFill>
                  <a:srgbClr val="D4D4D4"/>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775555"/>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16741"/>
            <a:ext cx="707041" cy="707041"/>
          </a:xfrm>
          <a:prstGeom prst="rect">
            <a:avLst/>
          </a:prstGeom>
        </p:spPr>
      </p:pic>
      <p:sp>
        <p:nvSpPr>
          <p:cNvPr id="7" name="TextBox 6"/>
          <p:cNvSpPr txBox="1"/>
          <p:nvPr/>
        </p:nvSpPr>
        <p:spPr>
          <a:xfrm>
            <a:off x="1877282" y="2107216"/>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2974467"/>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775555"/>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16741"/>
            <a:ext cx="707041" cy="707041"/>
          </a:xfrm>
          <a:prstGeom prst="rect">
            <a:avLst/>
          </a:prstGeom>
        </p:spPr>
      </p:pic>
      <p:sp>
        <p:nvSpPr>
          <p:cNvPr id="11" name="TextBox 10"/>
          <p:cNvSpPr txBox="1"/>
          <p:nvPr/>
        </p:nvSpPr>
        <p:spPr>
          <a:xfrm>
            <a:off x="5137404" y="2107216"/>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2974467"/>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35077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260092"/>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3795236"/>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000976"/>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731258"/>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3795236"/>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000976"/>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731258"/>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775555"/>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068163"/>
            <a:ext cx="560832" cy="560832"/>
          </a:xfrm>
          <a:prstGeom prst="rect">
            <a:avLst/>
          </a:prstGeom>
        </p:spPr>
      </p:pic>
      <p:sp>
        <p:nvSpPr>
          <p:cNvPr id="7" name="TextBox 6"/>
          <p:cNvSpPr txBox="1"/>
          <p:nvPr/>
        </p:nvSpPr>
        <p:spPr>
          <a:xfrm>
            <a:off x="963073" y="2707291"/>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3401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775555"/>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068163"/>
            <a:ext cx="560832" cy="560832"/>
          </a:xfrm>
          <a:prstGeom prst="rect">
            <a:avLst/>
          </a:prstGeom>
        </p:spPr>
      </p:pic>
      <p:sp>
        <p:nvSpPr>
          <p:cNvPr id="11" name="TextBox 10"/>
          <p:cNvSpPr txBox="1"/>
          <p:nvPr/>
        </p:nvSpPr>
        <p:spPr>
          <a:xfrm>
            <a:off x="6521672" y="2707291"/>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34011"/>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25862"/>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18470"/>
            <a:ext cx="560832" cy="560832"/>
          </a:xfrm>
          <a:prstGeom prst="rect">
            <a:avLst/>
          </a:prstGeom>
        </p:spPr>
      </p:pic>
      <p:sp>
        <p:nvSpPr>
          <p:cNvPr id="15" name="TextBox 14"/>
          <p:cNvSpPr txBox="1"/>
          <p:nvPr/>
        </p:nvSpPr>
        <p:spPr>
          <a:xfrm>
            <a:off x="963073" y="5157597"/>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584317"/>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